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258" r:id="rId3"/>
    <p:sldId id="269" r:id="rId4"/>
    <p:sldId id="257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12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B8A6B5-9B2C-490E-AB4F-1F0C8AEC39D5}" type="doc">
      <dgm:prSet loTypeId="urn:microsoft.com/office/officeart/2005/8/layout/hierarchy4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06D81479-1BCA-49E2-9148-00D5A629A8F4}">
      <dgm:prSet phldrT="[Texto]" custT="1"/>
      <dgm:spPr/>
      <dgm:t>
        <a:bodyPr/>
        <a:lstStyle/>
        <a:p>
          <a:r>
            <a:rPr lang="pt-PT" sz="1800" dirty="0"/>
            <a:t>País</a:t>
          </a:r>
        </a:p>
      </dgm:t>
    </dgm:pt>
    <dgm:pt modelId="{A4BA32AD-D049-4640-99D4-6DF966E94419}" type="parTrans" cxnId="{FB94A0FB-9606-4426-A639-C1F7BEE1F0AE}">
      <dgm:prSet/>
      <dgm:spPr/>
      <dgm:t>
        <a:bodyPr/>
        <a:lstStyle/>
        <a:p>
          <a:endParaRPr lang="pt-PT" sz="1800"/>
        </a:p>
      </dgm:t>
    </dgm:pt>
    <dgm:pt modelId="{56C64573-4C67-4ACF-81F8-0C76026D7B29}" type="sibTrans" cxnId="{FB94A0FB-9606-4426-A639-C1F7BEE1F0AE}">
      <dgm:prSet/>
      <dgm:spPr/>
      <dgm:t>
        <a:bodyPr/>
        <a:lstStyle/>
        <a:p>
          <a:endParaRPr lang="pt-PT" sz="1800"/>
        </a:p>
      </dgm:t>
    </dgm:pt>
    <dgm:pt modelId="{7B7FB75B-2273-4505-BD23-EC2C8E1820C7}">
      <dgm:prSet phldrT="[Texto]" custT="1"/>
      <dgm:spPr/>
      <dgm:t>
        <a:bodyPr/>
        <a:lstStyle/>
        <a:p>
          <a:r>
            <a:rPr lang="pt-PT" sz="1800" dirty="0"/>
            <a:t>Distrito</a:t>
          </a:r>
        </a:p>
      </dgm:t>
    </dgm:pt>
    <dgm:pt modelId="{C05930FC-CE37-4145-8A43-6FEDB6787155}" type="parTrans" cxnId="{6790DC7F-3585-4755-9D2E-718CFFB7B7BB}">
      <dgm:prSet/>
      <dgm:spPr/>
      <dgm:t>
        <a:bodyPr/>
        <a:lstStyle/>
        <a:p>
          <a:endParaRPr lang="pt-PT" sz="1800"/>
        </a:p>
      </dgm:t>
    </dgm:pt>
    <dgm:pt modelId="{DBF357B8-8180-4FB8-9B47-E90000F2E4BA}" type="sibTrans" cxnId="{6790DC7F-3585-4755-9D2E-718CFFB7B7BB}">
      <dgm:prSet/>
      <dgm:spPr/>
      <dgm:t>
        <a:bodyPr/>
        <a:lstStyle/>
        <a:p>
          <a:endParaRPr lang="pt-PT" sz="1800"/>
        </a:p>
      </dgm:t>
    </dgm:pt>
    <dgm:pt modelId="{5C0DB8F9-4463-4A34-A1BF-48A2768ADBDA}">
      <dgm:prSet phldrT="[Texto]" custT="1"/>
      <dgm:spPr/>
      <dgm:t>
        <a:bodyPr/>
        <a:lstStyle/>
        <a:p>
          <a:r>
            <a:rPr lang="pt-PT" sz="1800" dirty="0"/>
            <a:t>Região</a:t>
          </a:r>
        </a:p>
      </dgm:t>
    </dgm:pt>
    <dgm:pt modelId="{754798F3-4360-4F8E-B320-4D808A85AC91}" type="parTrans" cxnId="{CB767942-00EC-4877-B345-77E1E395FEE2}">
      <dgm:prSet/>
      <dgm:spPr/>
      <dgm:t>
        <a:bodyPr/>
        <a:lstStyle/>
        <a:p>
          <a:endParaRPr lang="pt-PT" sz="1800"/>
        </a:p>
      </dgm:t>
    </dgm:pt>
    <dgm:pt modelId="{52A6D135-7D2D-4F89-AFFE-2BB35848791C}" type="sibTrans" cxnId="{CB767942-00EC-4877-B345-77E1E395FEE2}">
      <dgm:prSet/>
      <dgm:spPr/>
      <dgm:t>
        <a:bodyPr/>
        <a:lstStyle/>
        <a:p>
          <a:endParaRPr lang="pt-PT" sz="1800"/>
        </a:p>
      </dgm:t>
    </dgm:pt>
    <dgm:pt modelId="{A58E6728-D14E-4E01-BB84-78E963FB8B44}">
      <dgm:prSet phldrT="[Texto]" custT="1"/>
      <dgm:spPr/>
      <dgm:t>
        <a:bodyPr/>
        <a:lstStyle/>
        <a:p>
          <a:r>
            <a:rPr lang="pt-PT" sz="1800" dirty="0"/>
            <a:t>Portugal</a:t>
          </a:r>
        </a:p>
      </dgm:t>
    </dgm:pt>
    <dgm:pt modelId="{23EE80DE-6FDB-4D09-AFDE-8CF6B84205E9}" type="parTrans" cxnId="{8613D036-0686-4E2A-A912-DBDA2AE6373F}">
      <dgm:prSet/>
      <dgm:spPr/>
      <dgm:t>
        <a:bodyPr/>
        <a:lstStyle/>
        <a:p>
          <a:endParaRPr lang="pt-PT" sz="1800"/>
        </a:p>
      </dgm:t>
    </dgm:pt>
    <dgm:pt modelId="{272266FD-B51D-4FD6-A0C6-973D828AA727}" type="sibTrans" cxnId="{8613D036-0686-4E2A-A912-DBDA2AE6373F}">
      <dgm:prSet/>
      <dgm:spPr/>
      <dgm:t>
        <a:bodyPr/>
        <a:lstStyle/>
        <a:p>
          <a:endParaRPr lang="pt-PT" sz="1800"/>
        </a:p>
      </dgm:t>
    </dgm:pt>
    <dgm:pt modelId="{C992632D-E7E0-4B0A-8ED8-28BCDB642157}">
      <dgm:prSet phldrT="[Texto]" custT="1"/>
      <dgm:spPr/>
      <dgm:t>
        <a:bodyPr/>
        <a:lstStyle/>
        <a:p>
          <a:r>
            <a:rPr lang="pt-PT" sz="1800" dirty="0"/>
            <a:t>Portugal Continental</a:t>
          </a:r>
        </a:p>
      </dgm:t>
    </dgm:pt>
    <dgm:pt modelId="{5166EBD8-FD08-4842-BD94-5A57C6A10FD5}" type="parTrans" cxnId="{98C1608D-45D6-4D5F-B2E8-32C34F827133}">
      <dgm:prSet/>
      <dgm:spPr/>
      <dgm:t>
        <a:bodyPr/>
        <a:lstStyle/>
        <a:p>
          <a:endParaRPr lang="pt-PT" sz="1800"/>
        </a:p>
      </dgm:t>
    </dgm:pt>
    <dgm:pt modelId="{051812F8-0F63-4FC1-8DB7-339974B91762}" type="sibTrans" cxnId="{98C1608D-45D6-4D5F-B2E8-32C34F827133}">
      <dgm:prSet/>
      <dgm:spPr/>
      <dgm:t>
        <a:bodyPr/>
        <a:lstStyle/>
        <a:p>
          <a:endParaRPr lang="pt-PT" sz="1800"/>
        </a:p>
      </dgm:t>
    </dgm:pt>
    <dgm:pt modelId="{E495D769-C069-4428-B0FB-9993D8B968CA}">
      <dgm:prSet phldrT="[Texto]" custT="1"/>
      <dgm:spPr/>
      <dgm:t>
        <a:bodyPr/>
        <a:lstStyle/>
        <a:p>
          <a:r>
            <a:rPr lang="pt-PT" sz="1800" b="0" i="0" dirty="0"/>
            <a:t>Almeirim</a:t>
          </a:r>
          <a:endParaRPr lang="pt-PT" sz="1800" b="0" dirty="0"/>
        </a:p>
      </dgm:t>
    </dgm:pt>
    <dgm:pt modelId="{4FD6F8E2-8F2C-4461-A1D4-D75593E8DC86}" type="parTrans" cxnId="{787B3405-C26B-4038-B8CA-D41660D74B37}">
      <dgm:prSet/>
      <dgm:spPr/>
      <dgm:t>
        <a:bodyPr/>
        <a:lstStyle/>
        <a:p>
          <a:endParaRPr lang="pt-PT" sz="1800"/>
        </a:p>
      </dgm:t>
    </dgm:pt>
    <dgm:pt modelId="{D915D6A9-BF73-4976-A3AE-7E7E2B0927AD}" type="sibTrans" cxnId="{787B3405-C26B-4038-B8CA-D41660D74B37}">
      <dgm:prSet/>
      <dgm:spPr/>
      <dgm:t>
        <a:bodyPr/>
        <a:lstStyle/>
        <a:p>
          <a:endParaRPr lang="pt-PT" sz="1800"/>
        </a:p>
      </dgm:t>
    </dgm:pt>
    <dgm:pt modelId="{DFE6EF3F-AA8C-4798-B61D-D940B1E3E92C}">
      <dgm:prSet phldrT="[Texto]" custT="1"/>
      <dgm:spPr/>
      <dgm:t>
        <a:bodyPr/>
        <a:lstStyle/>
        <a:p>
          <a:r>
            <a:rPr lang="pt-PT" sz="1800" dirty="0"/>
            <a:t>Sub-Região</a:t>
          </a:r>
        </a:p>
      </dgm:t>
    </dgm:pt>
    <dgm:pt modelId="{561AFE30-61C2-48BA-B77E-8EA14AB53004}" type="parTrans" cxnId="{40CDD30B-ED7C-4B8B-8ABF-81A2467070A1}">
      <dgm:prSet/>
      <dgm:spPr/>
      <dgm:t>
        <a:bodyPr/>
        <a:lstStyle/>
        <a:p>
          <a:endParaRPr lang="pt-PT" sz="1800"/>
        </a:p>
      </dgm:t>
    </dgm:pt>
    <dgm:pt modelId="{2886DA5B-FBB0-42BF-9D55-603254EABD96}" type="sibTrans" cxnId="{40CDD30B-ED7C-4B8B-8ABF-81A2467070A1}">
      <dgm:prSet/>
      <dgm:spPr/>
      <dgm:t>
        <a:bodyPr/>
        <a:lstStyle/>
        <a:p>
          <a:endParaRPr lang="pt-PT" sz="1800"/>
        </a:p>
      </dgm:t>
    </dgm:pt>
    <dgm:pt modelId="{1C9DA7BF-17EB-40B4-A7ED-0CA59F5755BD}">
      <dgm:prSet phldrT="[Texto]" custT="1"/>
      <dgm:spPr/>
      <dgm:t>
        <a:bodyPr/>
        <a:lstStyle/>
        <a:p>
          <a:r>
            <a:rPr lang="pt-PT" sz="1800" dirty="0"/>
            <a:t>Freguesia</a:t>
          </a:r>
        </a:p>
      </dgm:t>
    </dgm:pt>
    <dgm:pt modelId="{3B82D220-8C6F-48D8-9910-5EAF614415A3}" type="parTrans" cxnId="{A2046929-E551-47CC-8352-AC38B60F9BD5}">
      <dgm:prSet/>
      <dgm:spPr/>
      <dgm:t>
        <a:bodyPr/>
        <a:lstStyle/>
        <a:p>
          <a:endParaRPr lang="pt-PT" sz="1800"/>
        </a:p>
      </dgm:t>
    </dgm:pt>
    <dgm:pt modelId="{6E55B0FE-7797-43BE-BD51-FCC4DC49D426}" type="sibTrans" cxnId="{A2046929-E551-47CC-8352-AC38B60F9BD5}">
      <dgm:prSet/>
      <dgm:spPr/>
      <dgm:t>
        <a:bodyPr/>
        <a:lstStyle/>
        <a:p>
          <a:endParaRPr lang="pt-PT" sz="1800"/>
        </a:p>
      </dgm:t>
    </dgm:pt>
    <dgm:pt modelId="{3829E93A-EE80-4D04-973A-8673F1DBF5CC}">
      <dgm:prSet phldrT="[Texto]" custT="1"/>
      <dgm:spPr/>
      <dgm:t>
        <a:bodyPr/>
        <a:lstStyle/>
        <a:p>
          <a:r>
            <a:rPr lang="pt-PT" sz="1800" dirty="0"/>
            <a:t>Município</a:t>
          </a:r>
        </a:p>
      </dgm:t>
    </dgm:pt>
    <dgm:pt modelId="{5E9889A6-B1A3-4341-84D6-8CCC5CD79116}" type="parTrans" cxnId="{3E46692F-2C39-4B77-A64C-87BDB86FFEDE}">
      <dgm:prSet/>
      <dgm:spPr/>
      <dgm:t>
        <a:bodyPr/>
        <a:lstStyle/>
        <a:p>
          <a:endParaRPr lang="pt-PT" sz="1800"/>
        </a:p>
      </dgm:t>
    </dgm:pt>
    <dgm:pt modelId="{008DE349-6D48-444C-BF4C-62DA9EAF1B7B}" type="sibTrans" cxnId="{3E46692F-2C39-4B77-A64C-87BDB86FFEDE}">
      <dgm:prSet/>
      <dgm:spPr/>
      <dgm:t>
        <a:bodyPr/>
        <a:lstStyle/>
        <a:p>
          <a:endParaRPr lang="pt-PT" sz="1800"/>
        </a:p>
      </dgm:t>
    </dgm:pt>
    <dgm:pt modelId="{9651B6FD-DA2C-469C-9230-BF867CD31929}">
      <dgm:prSet phldrT="[Texto]" custT="1"/>
      <dgm:spPr/>
      <dgm:t>
        <a:bodyPr/>
        <a:lstStyle/>
        <a:p>
          <a:r>
            <a:rPr lang="pt-PT" sz="1800" dirty="0"/>
            <a:t>Oeste e Vale do Tejo</a:t>
          </a:r>
        </a:p>
      </dgm:t>
    </dgm:pt>
    <dgm:pt modelId="{FBB76FD8-40B1-4040-8B91-19BCAF175CEA}" type="parTrans" cxnId="{BC91C3B2-DD2C-47D5-A0E3-F4F7D8360C74}">
      <dgm:prSet/>
      <dgm:spPr/>
      <dgm:t>
        <a:bodyPr/>
        <a:lstStyle/>
        <a:p>
          <a:endParaRPr lang="pt-PT" sz="1800"/>
        </a:p>
      </dgm:t>
    </dgm:pt>
    <dgm:pt modelId="{EECD535D-1026-442D-B13B-BEF2EF927DA0}" type="sibTrans" cxnId="{BC91C3B2-DD2C-47D5-A0E3-F4F7D8360C74}">
      <dgm:prSet/>
      <dgm:spPr/>
      <dgm:t>
        <a:bodyPr/>
        <a:lstStyle/>
        <a:p>
          <a:endParaRPr lang="pt-PT" sz="1800"/>
        </a:p>
      </dgm:t>
    </dgm:pt>
    <dgm:pt modelId="{8B7E997F-CAE6-4E6B-87A0-5CE1B24ED8CB}">
      <dgm:prSet phldrT="[Texto]" custT="1"/>
      <dgm:spPr/>
      <dgm:t>
        <a:bodyPr/>
        <a:lstStyle/>
        <a:p>
          <a:r>
            <a:rPr lang="pt-PT" sz="1800" b="0" i="0" dirty="0"/>
            <a:t>Fazendas de Almeirim</a:t>
          </a:r>
          <a:endParaRPr lang="pt-PT" sz="1800" dirty="0"/>
        </a:p>
      </dgm:t>
    </dgm:pt>
    <dgm:pt modelId="{4B18BC65-E9B7-4BAC-A972-DFF6C2C4F69F}" type="parTrans" cxnId="{6D01B608-A487-4F18-A275-004D759EF7D5}">
      <dgm:prSet/>
      <dgm:spPr/>
      <dgm:t>
        <a:bodyPr/>
        <a:lstStyle/>
        <a:p>
          <a:endParaRPr lang="pt-PT" sz="1800"/>
        </a:p>
      </dgm:t>
    </dgm:pt>
    <dgm:pt modelId="{E4319DE1-F1A6-4A7B-B10C-39CA10AA820C}" type="sibTrans" cxnId="{6D01B608-A487-4F18-A275-004D759EF7D5}">
      <dgm:prSet/>
      <dgm:spPr/>
      <dgm:t>
        <a:bodyPr/>
        <a:lstStyle/>
        <a:p>
          <a:endParaRPr lang="pt-PT" sz="1800"/>
        </a:p>
      </dgm:t>
    </dgm:pt>
    <dgm:pt modelId="{1CA91F35-0759-484B-96BE-3587EA517513}">
      <dgm:prSet phldrT="[Texto]" custT="1"/>
      <dgm:spPr/>
      <dgm:t>
        <a:bodyPr/>
        <a:lstStyle/>
        <a:p>
          <a:r>
            <a:rPr lang="pt-PT" sz="1800" dirty="0"/>
            <a:t>Lezíria do Tejo</a:t>
          </a:r>
        </a:p>
      </dgm:t>
    </dgm:pt>
    <dgm:pt modelId="{AAFF0131-F90C-47BA-B846-3BC280990925}" type="parTrans" cxnId="{4B3D6033-E9B3-4130-828B-5874542684C6}">
      <dgm:prSet/>
      <dgm:spPr/>
      <dgm:t>
        <a:bodyPr/>
        <a:lstStyle/>
        <a:p>
          <a:endParaRPr lang="pt-PT" sz="1800"/>
        </a:p>
      </dgm:t>
    </dgm:pt>
    <dgm:pt modelId="{24AFEB68-0BB8-42C5-848F-21F8899EE5C6}" type="sibTrans" cxnId="{4B3D6033-E9B3-4130-828B-5874542684C6}">
      <dgm:prSet/>
      <dgm:spPr/>
      <dgm:t>
        <a:bodyPr/>
        <a:lstStyle/>
        <a:p>
          <a:endParaRPr lang="pt-PT" sz="1800"/>
        </a:p>
      </dgm:t>
    </dgm:pt>
    <dgm:pt modelId="{F4094B38-40B3-47F6-BC92-8A3BEE649C6A}">
      <dgm:prSet phldrT="[Texto]" custT="1"/>
      <dgm:spPr/>
      <dgm:t>
        <a:bodyPr/>
        <a:lstStyle/>
        <a:p>
          <a:r>
            <a:rPr lang="pt-PT" sz="1800" dirty="0"/>
            <a:t>Grande Lisboa</a:t>
          </a:r>
        </a:p>
      </dgm:t>
    </dgm:pt>
    <dgm:pt modelId="{7123B839-D963-40C3-960A-D732D1AF1943}" type="parTrans" cxnId="{BC6E6D2B-1A45-43AE-85B0-8F579B4F7011}">
      <dgm:prSet/>
      <dgm:spPr/>
      <dgm:t>
        <a:bodyPr/>
        <a:lstStyle/>
        <a:p>
          <a:endParaRPr lang="pt-PT" sz="1800"/>
        </a:p>
      </dgm:t>
    </dgm:pt>
    <dgm:pt modelId="{74D4ADE2-A3F5-4384-A198-29B59F68932C}" type="sibTrans" cxnId="{BC6E6D2B-1A45-43AE-85B0-8F579B4F7011}">
      <dgm:prSet/>
      <dgm:spPr/>
      <dgm:t>
        <a:bodyPr/>
        <a:lstStyle/>
        <a:p>
          <a:endParaRPr lang="pt-PT" sz="1800"/>
        </a:p>
      </dgm:t>
    </dgm:pt>
    <dgm:pt modelId="{82C7C66E-5D41-4A93-9EBB-D9198ADA1F51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AFA20A3E-4431-4CF7-9C37-F58D60A55BDE}" type="parTrans" cxnId="{911D71DC-71B9-4BDD-8354-0BE37C567338}">
      <dgm:prSet/>
      <dgm:spPr/>
      <dgm:t>
        <a:bodyPr/>
        <a:lstStyle/>
        <a:p>
          <a:endParaRPr lang="pt-PT" sz="1800"/>
        </a:p>
      </dgm:t>
    </dgm:pt>
    <dgm:pt modelId="{8C4334BF-7AAC-4E6F-8D9B-C4FEC9C43EFC}" type="sibTrans" cxnId="{911D71DC-71B9-4BDD-8354-0BE37C567338}">
      <dgm:prSet/>
      <dgm:spPr/>
      <dgm:t>
        <a:bodyPr/>
        <a:lstStyle/>
        <a:p>
          <a:endParaRPr lang="pt-PT" sz="1800"/>
        </a:p>
      </dgm:t>
    </dgm:pt>
    <dgm:pt modelId="{6324018D-594D-4EC1-AA5C-C548A88942AE}">
      <dgm:prSet phldrT="[Texto]" custT="1"/>
      <dgm:spPr/>
      <dgm:t>
        <a:bodyPr/>
        <a:lstStyle/>
        <a:p>
          <a:r>
            <a:rPr lang="pt-PT" sz="1800" dirty="0"/>
            <a:t>Região Autónoma da Madeira</a:t>
          </a:r>
        </a:p>
      </dgm:t>
    </dgm:pt>
    <dgm:pt modelId="{A6F337D5-EB3D-452C-88C4-93E94DDF3ED5}" type="parTrans" cxnId="{52F72FC6-935A-4BC2-A166-C1922A601403}">
      <dgm:prSet/>
      <dgm:spPr/>
      <dgm:t>
        <a:bodyPr/>
        <a:lstStyle/>
        <a:p>
          <a:endParaRPr lang="pt-PT" sz="1800"/>
        </a:p>
      </dgm:t>
    </dgm:pt>
    <dgm:pt modelId="{A7338C87-3FAA-40EF-9CDB-11D0E68A0B42}" type="sibTrans" cxnId="{52F72FC6-935A-4BC2-A166-C1922A601403}">
      <dgm:prSet/>
      <dgm:spPr/>
      <dgm:t>
        <a:bodyPr/>
        <a:lstStyle/>
        <a:p>
          <a:endParaRPr lang="pt-PT" sz="1800"/>
        </a:p>
      </dgm:t>
    </dgm:pt>
    <dgm:pt modelId="{3D307129-635F-48F5-BD7F-EA4B72137EDC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A241733C-058C-4653-B8BF-9C51B7F563A8}" type="parTrans" cxnId="{A31E44EE-7F4F-4D7C-BEFB-E060216C5F2A}">
      <dgm:prSet/>
      <dgm:spPr/>
      <dgm:t>
        <a:bodyPr/>
        <a:lstStyle/>
        <a:p>
          <a:endParaRPr lang="pt-PT" sz="1800"/>
        </a:p>
      </dgm:t>
    </dgm:pt>
    <dgm:pt modelId="{A1668F4C-A998-4867-AF7B-33CFFDC694E0}" type="sibTrans" cxnId="{A31E44EE-7F4F-4D7C-BEFB-E060216C5F2A}">
      <dgm:prSet/>
      <dgm:spPr/>
      <dgm:t>
        <a:bodyPr/>
        <a:lstStyle/>
        <a:p>
          <a:endParaRPr lang="pt-PT" sz="1800"/>
        </a:p>
      </dgm:t>
    </dgm:pt>
    <dgm:pt modelId="{BF299C8F-383D-40EA-89C8-409B2567A6F6}">
      <dgm:prSet phldrT="[Texto]" custT="1"/>
      <dgm:spPr/>
      <dgm:t>
        <a:bodyPr/>
        <a:lstStyle/>
        <a:p>
          <a:r>
            <a:rPr lang="pt-PT" sz="1800" dirty="0"/>
            <a:t>Região Autónoma dos Açores</a:t>
          </a:r>
        </a:p>
      </dgm:t>
    </dgm:pt>
    <dgm:pt modelId="{28F954AF-1936-4C9D-9519-D895A380D070}" type="parTrans" cxnId="{8AA9D1F6-09BB-4A2F-85F6-32D6059C8DDE}">
      <dgm:prSet/>
      <dgm:spPr/>
      <dgm:t>
        <a:bodyPr/>
        <a:lstStyle/>
        <a:p>
          <a:endParaRPr lang="pt-PT" sz="1800"/>
        </a:p>
      </dgm:t>
    </dgm:pt>
    <dgm:pt modelId="{4A1CAC44-705D-4178-B003-B696BFD3DF7D}" type="sibTrans" cxnId="{8AA9D1F6-09BB-4A2F-85F6-32D6059C8DDE}">
      <dgm:prSet/>
      <dgm:spPr/>
      <dgm:t>
        <a:bodyPr/>
        <a:lstStyle/>
        <a:p>
          <a:endParaRPr lang="pt-PT" sz="1800"/>
        </a:p>
      </dgm:t>
    </dgm:pt>
    <dgm:pt modelId="{9DFEDF65-BB4B-405C-B165-F663A4062B70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17DAE573-AEA6-4A33-AB76-EF0298BD3823}" type="parTrans" cxnId="{BC76679F-164B-4927-9C9C-AEF2BABF8BB8}">
      <dgm:prSet/>
      <dgm:spPr/>
      <dgm:t>
        <a:bodyPr/>
        <a:lstStyle/>
        <a:p>
          <a:endParaRPr lang="pt-PT" sz="1800"/>
        </a:p>
      </dgm:t>
    </dgm:pt>
    <dgm:pt modelId="{89CA87D3-C560-43BF-B529-39E5E0AC7D9C}" type="sibTrans" cxnId="{BC76679F-164B-4927-9C9C-AEF2BABF8BB8}">
      <dgm:prSet/>
      <dgm:spPr/>
      <dgm:t>
        <a:bodyPr/>
        <a:lstStyle/>
        <a:p>
          <a:endParaRPr lang="pt-PT" sz="1800"/>
        </a:p>
      </dgm:t>
    </dgm:pt>
    <dgm:pt modelId="{F84B346C-07A0-4A49-90B4-3916BE94720B}">
      <dgm:prSet phldrT="[Texto]" custT="1"/>
      <dgm:spPr/>
      <dgm:t>
        <a:bodyPr/>
        <a:lstStyle/>
        <a:p>
          <a:r>
            <a:rPr lang="pt-PT" sz="1800" dirty="0"/>
            <a:t>…</a:t>
          </a:r>
        </a:p>
      </dgm:t>
    </dgm:pt>
    <dgm:pt modelId="{15189611-4260-444D-8D77-E10129BBDE64}" type="parTrans" cxnId="{3F61486C-031C-481D-9926-97253F7102EE}">
      <dgm:prSet/>
      <dgm:spPr/>
      <dgm:t>
        <a:bodyPr/>
        <a:lstStyle/>
        <a:p>
          <a:endParaRPr lang="pt-PT" sz="1800"/>
        </a:p>
      </dgm:t>
    </dgm:pt>
    <dgm:pt modelId="{065D3D06-EA4F-46CB-990C-4A27FA8B8F7B}" type="sibTrans" cxnId="{3F61486C-031C-481D-9926-97253F7102EE}">
      <dgm:prSet/>
      <dgm:spPr/>
      <dgm:t>
        <a:bodyPr/>
        <a:lstStyle/>
        <a:p>
          <a:endParaRPr lang="pt-PT" sz="1800"/>
        </a:p>
      </dgm:t>
    </dgm:pt>
    <dgm:pt modelId="{91C9E0A3-4911-451A-8512-361D2342C543}" type="pres">
      <dgm:prSet presAssocID="{24B8A6B5-9B2C-490E-AB4F-1F0C8AEC39D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7EBAD8-E432-4B62-9028-5A72BB830327}" type="pres">
      <dgm:prSet presAssocID="{06D81479-1BCA-49E2-9148-00D5A629A8F4}" presName="vertOne" presStyleCnt="0"/>
      <dgm:spPr/>
    </dgm:pt>
    <dgm:pt modelId="{35F4A1AC-3E3B-4248-8ABC-1625A3F6A9A0}" type="pres">
      <dgm:prSet presAssocID="{06D81479-1BCA-49E2-9148-00D5A629A8F4}" presName="txOne" presStyleLbl="node0" presStyleIdx="0" presStyleCnt="2">
        <dgm:presLayoutVars>
          <dgm:chPref val="3"/>
        </dgm:presLayoutVars>
      </dgm:prSet>
      <dgm:spPr/>
    </dgm:pt>
    <dgm:pt modelId="{0D184215-743B-4675-B00D-C34C1CA43267}" type="pres">
      <dgm:prSet presAssocID="{06D81479-1BCA-49E2-9148-00D5A629A8F4}" presName="parTransOne" presStyleCnt="0"/>
      <dgm:spPr/>
    </dgm:pt>
    <dgm:pt modelId="{AC667660-4B43-49B4-B732-B520D99C60E4}" type="pres">
      <dgm:prSet presAssocID="{06D81479-1BCA-49E2-9148-00D5A629A8F4}" presName="horzOne" presStyleCnt="0"/>
      <dgm:spPr/>
    </dgm:pt>
    <dgm:pt modelId="{B10FC192-ECA2-4897-87A0-85CAD9A4DE9B}" type="pres">
      <dgm:prSet presAssocID="{7B7FB75B-2273-4505-BD23-EC2C8E1820C7}" presName="vertTwo" presStyleCnt="0"/>
      <dgm:spPr/>
    </dgm:pt>
    <dgm:pt modelId="{81A79AB8-B4A7-4CDE-9429-30C427836916}" type="pres">
      <dgm:prSet presAssocID="{7B7FB75B-2273-4505-BD23-EC2C8E1820C7}" presName="txTwo" presStyleLbl="node2" presStyleIdx="0" presStyleCnt="4">
        <dgm:presLayoutVars>
          <dgm:chPref val="3"/>
        </dgm:presLayoutVars>
      </dgm:prSet>
      <dgm:spPr/>
    </dgm:pt>
    <dgm:pt modelId="{D26212C7-1ABF-4460-8302-02703427F240}" type="pres">
      <dgm:prSet presAssocID="{7B7FB75B-2273-4505-BD23-EC2C8E1820C7}" presName="parTransTwo" presStyleCnt="0"/>
      <dgm:spPr/>
    </dgm:pt>
    <dgm:pt modelId="{2E114DFD-7661-4250-B96E-2F25991E2703}" type="pres">
      <dgm:prSet presAssocID="{7B7FB75B-2273-4505-BD23-EC2C8E1820C7}" presName="horzTwo" presStyleCnt="0"/>
      <dgm:spPr/>
    </dgm:pt>
    <dgm:pt modelId="{DAA1788D-BAEC-4950-BF21-F3EE18A1CEE1}" type="pres">
      <dgm:prSet presAssocID="{5C0DB8F9-4463-4A34-A1BF-48A2768ADBDA}" presName="vertThree" presStyleCnt="0"/>
      <dgm:spPr/>
    </dgm:pt>
    <dgm:pt modelId="{E7E25D24-BD5F-4CEB-AA1A-124669EFE992}" type="pres">
      <dgm:prSet presAssocID="{5C0DB8F9-4463-4A34-A1BF-48A2768ADBDA}" presName="txThree" presStyleLbl="node3" presStyleIdx="0" presStyleCnt="6">
        <dgm:presLayoutVars>
          <dgm:chPref val="3"/>
        </dgm:presLayoutVars>
      </dgm:prSet>
      <dgm:spPr/>
    </dgm:pt>
    <dgm:pt modelId="{5CA89FED-64B7-4539-9301-F12475A07FC7}" type="pres">
      <dgm:prSet presAssocID="{5C0DB8F9-4463-4A34-A1BF-48A2768ADBDA}" presName="parTransThree" presStyleCnt="0"/>
      <dgm:spPr/>
    </dgm:pt>
    <dgm:pt modelId="{88AF4D1A-3148-4950-BE1B-180A7D52A8BB}" type="pres">
      <dgm:prSet presAssocID="{5C0DB8F9-4463-4A34-A1BF-48A2768ADBDA}" presName="horzThree" presStyleCnt="0"/>
      <dgm:spPr/>
    </dgm:pt>
    <dgm:pt modelId="{9462F5A0-86ED-4544-983A-10B105F012C4}" type="pres">
      <dgm:prSet presAssocID="{DFE6EF3F-AA8C-4798-B61D-D940B1E3E92C}" presName="vertFour" presStyleCnt="0">
        <dgm:presLayoutVars>
          <dgm:chPref val="3"/>
        </dgm:presLayoutVars>
      </dgm:prSet>
      <dgm:spPr/>
    </dgm:pt>
    <dgm:pt modelId="{E024EAB7-9239-474A-B7B0-9F30C7614465}" type="pres">
      <dgm:prSet presAssocID="{DFE6EF3F-AA8C-4798-B61D-D940B1E3E92C}" presName="txFour" presStyleLbl="node4" presStyleIdx="0" presStyleCnt="7">
        <dgm:presLayoutVars>
          <dgm:chPref val="3"/>
        </dgm:presLayoutVars>
      </dgm:prSet>
      <dgm:spPr/>
    </dgm:pt>
    <dgm:pt modelId="{ECA241E3-2BDF-42BB-870D-C08598F1283E}" type="pres">
      <dgm:prSet presAssocID="{DFE6EF3F-AA8C-4798-B61D-D940B1E3E92C}" presName="parTransFour" presStyleCnt="0"/>
      <dgm:spPr/>
    </dgm:pt>
    <dgm:pt modelId="{F2B42CA9-D401-44EA-B0D8-1ED976D5403B}" type="pres">
      <dgm:prSet presAssocID="{DFE6EF3F-AA8C-4798-B61D-D940B1E3E92C}" presName="horzFour" presStyleCnt="0"/>
      <dgm:spPr/>
    </dgm:pt>
    <dgm:pt modelId="{8010E4FA-0F00-4C9A-9077-2C3284E7CB31}" type="pres">
      <dgm:prSet presAssocID="{3829E93A-EE80-4D04-973A-8673F1DBF5CC}" presName="vertFour" presStyleCnt="0">
        <dgm:presLayoutVars>
          <dgm:chPref val="3"/>
        </dgm:presLayoutVars>
      </dgm:prSet>
      <dgm:spPr/>
    </dgm:pt>
    <dgm:pt modelId="{9263CEA0-EE4E-43E5-AC42-DC826E92B29A}" type="pres">
      <dgm:prSet presAssocID="{3829E93A-EE80-4D04-973A-8673F1DBF5CC}" presName="txFour" presStyleLbl="node4" presStyleIdx="1" presStyleCnt="7">
        <dgm:presLayoutVars>
          <dgm:chPref val="3"/>
        </dgm:presLayoutVars>
      </dgm:prSet>
      <dgm:spPr/>
    </dgm:pt>
    <dgm:pt modelId="{2C57AFE6-149B-4BBA-A761-385E55F5CEEC}" type="pres">
      <dgm:prSet presAssocID="{3829E93A-EE80-4D04-973A-8673F1DBF5CC}" presName="parTransFour" presStyleCnt="0"/>
      <dgm:spPr/>
    </dgm:pt>
    <dgm:pt modelId="{4C813BDB-D9D8-46C6-8FF9-2BA6526DE1F3}" type="pres">
      <dgm:prSet presAssocID="{3829E93A-EE80-4D04-973A-8673F1DBF5CC}" presName="horzFour" presStyleCnt="0"/>
      <dgm:spPr/>
    </dgm:pt>
    <dgm:pt modelId="{BF0DB64C-958B-4619-9BE1-4F9534E848CA}" type="pres">
      <dgm:prSet presAssocID="{1C9DA7BF-17EB-40B4-A7ED-0CA59F5755BD}" presName="vertFour" presStyleCnt="0">
        <dgm:presLayoutVars>
          <dgm:chPref val="3"/>
        </dgm:presLayoutVars>
      </dgm:prSet>
      <dgm:spPr/>
    </dgm:pt>
    <dgm:pt modelId="{7A85D58A-A0B4-4E6D-A24D-91FE3C007E10}" type="pres">
      <dgm:prSet presAssocID="{1C9DA7BF-17EB-40B4-A7ED-0CA59F5755BD}" presName="txFour" presStyleLbl="node4" presStyleIdx="2" presStyleCnt="7">
        <dgm:presLayoutVars>
          <dgm:chPref val="3"/>
        </dgm:presLayoutVars>
      </dgm:prSet>
      <dgm:spPr/>
    </dgm:pt>
    <dgm:pt modelId="{F6DE746F-9468-4AFD-BC64-F417AA9A9ECC}" type="pres">
      <dgm:prSet presAssocID="{1C9DA7BF-17EB-40B4-A7ED-0CA59F5755BD}" presName="horzFour" presStyleCnt="0"/>
      <dgm:spPr/>
    </dgm:pt>
    <dgm:pt modelId="{2953CF02-4B42-470D-A99B-C82F3AF36D26}" type="pres">
      <dgm:prSet presAssocID="{56C64573-4C67-4ACF-81F8-0C76026D7B29}" presName="sibSpaceOne" presStyleCnt="0"/>
      <dgm:spPr/>
    </dgm:pt>
    <dgm:pt modelId="{9E47A270-9205-40BF-A3F8-22963E65693E}" type="pres">
      <dgm:prSet presAssocID="{A58E6728-D14E-4E01-BB84-78E963FB8B44}" presName="vertOne" presStyleCnt="0"/>
      <dgm:spPr/>
    </dgm:pt>
    <dgm:pt modelId="{3163C9EE-FB2E-45B4-807A-220B3E597ABA}" type="pres">
      <dgm:prSet presAssocID="{A58E6728-D14E-4E01-BB84-78E963FB8B44}" presName="txOne" presStyleLbl="node0" presStyleIdx="1" presStyleCnt="2">
        <dgm:presLayoutVars>
          <dgm:chPref val="3"/>
        </dgm:presLayoutVars>
      </dgm:prSet>
      <dgm:spPr/>
    </dgm:pt>
    <dgm:pt modelId="{34E90339-B082-4880-ADB6-B243363EF663}" type="pres">
      <dgm:prSet presAssocID="{A58E6728-D14E-4E01-BB84-78E963FB8B44}" presName="parTransOne" presStyleCnt="0"/>
      <dgm:spPr/>
    </dgm:pt>
    <dgm:pt modelId="{88A5E939-17F0-4DB3-A0E2-C039B053110E}" type="pres">
      <dgm:prSet presAssocID="{A58E6728-D14E-4E01-BB84-78E963FB8B44}" presName="horzOne" presStyleCnt="0"/>
      <dgm:spPr/>
    </dgm:pt>
    <dgm:pt modelId="{FC1DFFD5-154B-405E-8B7C-2D5A193DC24E}" type="pres">
      <dgm:prSet presAssocID="{C992632D-E7E0-4B0A-8ED8-28BCDB642157}" presName="vertTwo" presStyleCnt="0"/>
      <dgm:spPr/>
    </dgm:pt>
    <dgm:pt modelId="{02A631A8-A0E5-43C2-A1B3-E61A5918EABD}" type="pres">
      <dgm:prSet presAssocID="{C992632D-E7E0-4B0A-8ED8-28BCDB642157}" presName="txTwo" presStyleLbl="node2" presStyleIdx="1" presStyleCnt="4">
        <dgm:presLayoutVars>
          <dgm:chPref val="3"/>
        </dgm:presLayoutVars>
      </dgm:prSet>
      <dgm:spPr/>
    </dgm:pt>
    <dgm:pt modelId="{ECB107E3-8705-451A-8DAA-38DC0D9765E2}" type="pres">
      <dgm:prSet presAssocID="{C992632D-E7E0-4B0A-8ED8-28BCDB642157}" presName="parTransTwo" presStyleCnt="0"/>
      <dgm:spPr/>
    </dgm:pt>
    <dgm:pt modelId="{4390CAE5-4434-420E-A922-02E2288730DF}" type="pres">
      <dgm:prSet presAssocID="{C992632D-E7E0-4B0A-8ED8-28BCDB642157}" presName="horzTwo" presStyleCnt="0"/>
      <dgm:spPr/>
    </dgm:pt>
    <dgm:pt modelId="{5120283F-D03F-4C6A-992B-FA3BC57BE8CF}" type="pres">
      <dgm:prSet presAssocID="{9651B6FD-DA2C-469C-9230-BF867CD31929}" presName="vertThree" presStyleCnt="0"/>
      <dgm:spPr/>
    </dgm:pt>
    <dgm:pt modelId="{34560FA7-075A-4655-88F0-EAEA7647884A}" type="pres">
      <dgm:prSet presAssocID="{9651B6FD-DA2C-469C-9230-BF867CD31929}" presName="txThree" presStyleLbl="node3" presStyleIdx="1" presStyleCnt="6">
        <dgm:presLayoutVars>
          <dgm:chPref val="3"/>
        </dgm:presLayoutVars>
      </dgm:prSet>
      <dgm:spPr/>
    </dgm:pt>
    <dgm:pt modelId="{9A1E2FCC-7D39-4885-84DE-0D7FF7AD78FC}" type="pres">
      <dgm:prSet presAssocID="{9651B6FD-DA2C-469C-9230-BF867CD31929}" presName="parTransThree" presStyleCnt="0"/>
      <dgm:spPr/>
    </dgm:pt>
    <dgm:pt modelId="{C6741069-CE8C-4553-9C9D-B4CDF32DDC12}" type="pres">
      <dgm:prSet presAssocID="{9651B6FD-DA2C-469C-9230-BF867CD31929}" presName="horzThree" presStyleCnt="0"/>
      <dgm:spPr/>
    </dgm:pt>
    <dgm:pt modelId="{F9EA6FDB-0B04-4072-9E22-D3CE2020C4F2}" type="pres">
      <dgm:prSet presAssocID="{1CA91F35-0759-484B-96BE-3587EA517513}" presName="vertFour" presStyleCnt="0">
        <dgm:presLayoutVars>
          <dgm:chPref val="3"/>
        </dgm:presLayoutVars>
      </dgm:prSet>
      <dgm:spPr/>
    </dgm:pt>
    <dgm:pt modelId="{FD5FA520-0A4B-445F-9E64-75EF7FF2948A}" type="pres">
      <dgm:prSet presAssocID="{1CA91F35-0759-484B-96BE-3587EA517513}" presName="txFour" presStyleLbl="node4" presStyleIdx="3" presStyleCnt="7">
        <dgm:presLayoutVars>
          <dgm:chPref val="3"/>
        </dgm:presLayoutVars>
      </dgm:prSet>
      <dgm:spPr/>
    </dgm:pt>
    <dgm:pt modelId="{A275E437-7A60-4E78-BDBE-29C71A8EEFED}" type="pres">
      <dgm:prSet presAssocID="{1CA91F35-0759-484B-96BE-3587EA517513}" presName="parTransFour" presStyleCnt="0"/>
      <dgm:spPr/>
    </dgm:pt>
    <dgm:pt modelId="{18927F5F-858F-4E6D-8925-BC7B0556865B}" type="pres">
      <dgm:prSet presAssocID="{1CA91F35-0759-484B-96BE-3587EA517513}" presName="horzFour" presStyleCnt="0"/>
      <dgm:spPr/>
    </dgm:pt>
    <dgm:pt modelId="{B8E0A2D1-D027-41A3-8152-5E0F60B2C2F2}" type="pres">
      <dgm:prSet presAssocID="{E495D769-C069-4428-B0FB-9993D8B968CA}" presName="vertFour" presStyleCnt="0">
        <dgm:presLayoutVars>
          <dgm:chPref val="3"/>
        </dgm:presLayoutVars>
      </dgm:prSet>
      <dgm:spPr/>
    </dgm:pt>
    <dgm:pt modelId="{A8B71DF0-3157-4934-95B7-DF8B82E4D659}" type="pres">
      <dgm:prSet presAssocID="{E495D769-C069-4428-B0FB-9993D8B968CA}" presName="txFour" presStyleLbl="node4" presStyleIdx="4" presStyleCnt="7">
        <dgm:presLayoutVars>
          <dgm:chPref val="3"/>
        </dgm:presLayoutVars>
      </dgm:prSet>
      <dgm:spPr/>
    </dgm:pt>
    <dgm:pt modelId="{3023CBB9-6DE7-4B49-B5DA-D00042714970}" type="pres">
      <dgm:prSet presAssocID="{E495D769-C069-4428-B0FB-9993D8B968CA}" presName="parTransFour" presStyleCnt="0"/>
      <dgm:spPr/>
    </dgm:pt>
    <dgm:pt modelId="{B8426337-BBC7-4A0A-A9E9-C7D6D82C3B6D}" type="pres">
      <dgm:prSet presAssocID="{E495D769-C069-4428-B0FB-9993D8B968CA}" presName="horzFour" presStyleCnt="0"/>
      <dgm:spPr/>
    </dgm:pt>
    <dgm:pt modelId="{7017C1A2-D1E3-4044-A035-1A87C6B63104}" type="pres">
      <dgm:prSet presAssocID="{8B7E997F-CAE6-4E6B-87A0-5CE1B24ED8CB}" presName="vertFour" presStyleCnt="0">
        <dgm:presLayoutVars>
          <dgm:chPref val="3"/>
        </dgm:presLayoutVars>
      </dgm:prSet>
      <dgm:spPr/>
    </dgm:pt>
    <dgm:pt modelId="{8B5E18E8-E5C8-4E77-8DE5-939B4016EB9E}" type="pres">
      <dgm:prSet presAssocID="{8B7E997F-CAE6-4E6B-87A0-5CE1B24ED8CB}" presName="txFour" presStyleLbl="node4" presStyleIdx="5" presStyleCnt="7">
        <dgm:presLayoutVars>
          <dgm:chPref val="3"/>
        </dgm:presLayoutVars>
      </dgm:prSet>
      <dgm:spPr/>
    </dgm:pt>
    <dgm:pt modelId="{D19933CF-9C86-4B47-B381-6AF988922462}" type="pres">
      <dgm:prSet presAssocID="{8B7E997F-CAE6-4E6B-87A0-5CE1B24ED8CB}" presName="horzFour" presStyleCnt="0"/>
      <dgm:spPr/>
    </dgm:pt>
    <dgm:pt modelId="{EB92978F-AE45-4319-892E-2B3F1B4B411C}" type="pres">
      <dgm:prSet presAssocID="{EECD535D-1026-442D-B13B-BEF2EF927DA0}" presName="sibSpaceThree" presStyleCnt="0"/>
      <dgm:spPr/>
    </dgm:pt>
    <dgm:pt modelId="{F6513F10-1341-4EED-8117-28A69708E427}" type="pres">
      <dgm:prSet presAssocID="{F4094B38-40B3-47F6-BC92-8A3BEE649C6A}" presName="vertThree" presStyleCnt="0"/>
      <dgm:spPr/>
    </dgm:pt>
    <dgm:pt modelId="{370F6B30-D089-4146-89BF-8A40E61313A2}" type="pres">
      <dgm:prSet presAssocID="{F4094B38-40B3-47F6-BC92-8A3BEE649C6A}" presName="txThree" presStyleLbl="node3" presStyleIdx="2" presStyleCnt="6">
        <dgm:presLayoutVars>
          <dgm:chPref val="3"/>
        </dgm:presLayoutVars>
      </dgm:prSet>
      <dgm:spPr/>
    </dgm:pt>
    <dgm:pt modelId="{8481D12C-D079-440B-BE80-50F841267C76}" type="pres">
      <dgm:prSet presAssocID="{F4094B38-40B3-47F6-BC92-8A3BEE649C6A}" presName="parTransThree" presStyleCnt="0"/>
      <dgm:spPr/>
    </dgm:pt>
    <dgm:pt modelId="{C83D4373-5E42-4513-9436-C125B69DE4C6}" type="pres">
      <dgm:prSet presAssocID="{F4094B38-40B3-47F6-BC92-8A3BEE649C6A}" presName="horzThree" presStyleCnt="0"/>
      <dgm:spPr/>
    </dgm:pt>
    <dgm:pt modelId="{DE397FB2-B21C-4FD8-911E-1CE320F2D3D6}" type="pres">
      <dgm:prSet presAssocID="{F84B346C-07A0-4A49-90B4-3916BE94720B}" presName="vertFour" presStyleCnt="0">
        <dgm:presLayoutVars>
          <dgm:chPref val="3"/>
        </dgm:presLayoutVars>
      </dgm:prSet>
      <dgm:spPr/>
    </dgm:pt>
    <dgm:pt modelId="{E620ED97-06E6-46B4-AF10-EA62BF6E5F4A}" type="pres">
      <dgm:prSet presAssocID="{F84B346C-07A0-4A49-90B4-3916BE94720B}" presName="txFour" presStyleLbl="node4" presStyleIdx="6" presStyleCnt="7">
        <dgm:presLayoutVars>
          <dgm:chPref val="3"/>
        </dgm:presLayoutVars>
      </dgm:prSet>
      <dgm:spPr/>
    </dgm:pt>
    <dgm:pt modelId="{6131CA3D-C22A-4CA9-8662-E72F61037D2E}" type="pres">
      <dgm:prSet presAssocID="{F84B346C-07A0-4A49-90B4-3916BE94720B}" presName="horzFour" presStyleCnt="0"/>
      <dgm:spPr/>
    </dgm:pt>
    <dgm:pt modelId="{445896AF-5B9E-4ECB-9157-11166083A29F}" type="pres">
      <dgm:prSet presAssocID="{74D4ADE2-A3F5-4384-A198-29B59F68932C}" presName="sibSpaceThree" presStyleCnt="0"/>
      <dgm:spPr/>
    </dgm:pt>
    <dgm:pt modelId="{DB1C64AA-0F5A-426E-A8F1-16198EAED3B9}" type="pres">
      <dgm:prSet presAssocID="{82C7C66E-5D41-4A93-9EBB-D9198ADA1F51}" presName="vertThree" presStyleCnt="0"/>
      <dgm:spPr/>
    </dgm:pt>
    <dgm:pt modelId="{C2F74157-58D9-48B8-9E18-1B29ADBFDFCE}" type="pres">
      <dgm:prSet presAssocID="{82C7C66E-5D41-4A93-9EBB-D9198ADA1F51}" presName="txThree" presStyleLbl="node3" presStyleIdx="3" presStyleCnt="6">
        <dgm:presLayoutVars>
          <dgm:chPref val="3"/>
        </dgm:presLayoutVars>
      </dgm:prSet>
      <dgm:spPr/>
    </dgm:pt>
    <dgm:pt modelId="{71098C18-3B0C-4862-8698-24EE535427EE}" type="pres">
      <dgm:prSet presAssocID="{82C7C66E-5D41-4A93-9EBB-D9198ADA1F51}" presName="horzThree" presStyleCnt="0"/>
      <dgm:spPr/>
    </dgm:pt>
    <dgm:pt modelId="{ABB0B98A-59A9-42B8-BA2E-BC551D43176D}" type="pres">
      <dgm:prSet presAssocID="{051812F8-0F63-4FC1-8DB7-339974B91762}" presName="sibSpaceTwo" presStyleCnt="0"/>
      <dgm:spPr/>
    </dgm:pt>
    <dgm:pt modelId="{2E5A2FB8-9975-4230-9D07-302E40E7B1D1}" type="pres">
      <dgm:prSet presAssocID="{6324018D-594D-4EC1-AA5C-C548A88942AE}" presName="vertTwo" presStyleCnt="0"/>
      <dgm:spPr/>
    </dgm:pt>
    <dgm:pt modelId="{91F04C56-C7B6-4F67-A25D-895EB374B04E}" type="pres">
      <dgm:prSet presAssocID="{6324018D-594D-4EC1-AA5C-C548A88942AE}" presName="txTwo" presStyleLbl="node2" presStyleIdx="2" presStyleCnt="4">
        <dgm:presLayoutVars>
          <dgm:chPref val="3"/>
        </dgm:presLayoutVars>
      </dgm:prSet>
      <dgm:spPr/>
    </dgm:pt>
    <dgm:pt modelId="{508AF14B-43F0-4842-9AA8-841345FF58AB}" type="pres">
      <dgm:prSet presAssocID="{6324018D-594D-4EC1-AA5C-C548A88942AE}" presName="parTransTwo" presStyleCnt="0"/>
      <dgm:spPr/>
    </dgm:pt>
    <dgm:pt modelId="{74AA1646-5939-4768-84B9-4426C00F7C6E}" type="pres">
      <dgm:prSet presAssocID="{6324018D-594D-4EC1-AA5C-C548A88942AE}" presName="horzTwo" presStyleCnt="0"/>
      <dgm:spPr/>
    </dgm:pt>
    <dgm:pt modelId="{A352DBD1-A1F7-4D68-8378-D76B70602836}" type="pres">
      <dgm:prSet presAssocID="{3D307129-635F-48F5-BD7F-EA4B72137EDC}" presName="vertThree" presStyleCnt="0"/>
      <dgm:spPr/>
    </dgm:pt>
    <dgm:pt modelId="{07310538-3086-4136-8B1D-D110088E75A2}" type="pres">
      <dgm:prSet presAssocID="{3D307129-635F-48F5-BD7F-EA4B72137EDC}" presName="txThree" presStyleLbl="node3" presStyleIdx="4" presStyleCnt="6">
        <dgm:presLayoutVars>
          <dgm:chPref val="3"/>
        </dgm:presLayoutVars>
      </dgm:prSet>
      <dgm:spPr/>
    </dgm:pt>
    <dgm:pt modelId="{35814959-235B-4327-B47B-A06310E36F66}" type="pres">
      <dgm:prSet presAssocID="{3D307129-635F-48F5-BD7F-EA4B72137EDC}" presName="horzThree" presStyleCnt="0"/>
      <dgm:spPr/>
    </dgm:pt>
    <dgm:pt modelId="{BBA97890-380D-4C03-A655-FB6832FDFDCE}" type="pres">
      <dgm:prSet presAssocID="{A7338C87-3FAA-40EF-9CDB-11D0E68A0B42}" presName="sibSpaceTwo" presStyleCnt="0"/>
      <dgm:spPr/>
    </dgm:pt>
    <dgm:pt modelId="{E07EF549-505A-43C1-9C76-589A04BC7510}" type="pres">
      <dgm:prSet presAssocID="{BF299C8F-383D-40EA-89C8-409B2567A6F6}" presName="vertTwo" presStyleCnt="0"/>
      <dgm:spPr/>
    </dgm:pt>
    <dgm:pt modelId="{27C213B9-0192-4165-B7B5-7CBE6D3D0A77}" type="pres">
      <dgm:prSet presAssocID="{BF299C8F-383D-40EA-89C8-409B2567A6F6}" presName="txTwo" presStyleLbl="node2" presStyleIdx="3" presStyleCnt="4">
        <dgm:presLayoutVars>
          <dgm:chPref val="3"/>
        </dgm:presLayoutVars>
      </dgm:prSet>
      <dgm:spPr/>
    </dgm:pt>
    <dgm:pt modelId="{64A50350-ABCF-4331-8BFB-A4CA594CCCA7}" type="pres">
      <dgm:prSet presAssocID="{BF299C8F-383D-40EA-89C8-409B2567A6F6}" presName="parTransTwo" presStyleCnt="0"/>
      <dgm:spPr/>
    </dgm:pt>
    <dgm:pt modelId="{9BCCC512-D18A-4DA6-8F46-E4BDCAB1C6CA}" type="pres">
      <dgm:prSet presAssocID="{BF299C8F-383D-40EA-89C8-409B2567A6F6}" presName="horzTwo" presStyleCnt="0"/>
      <dgm:spPr/>
    </dgm:pt>
    <dgm:pt modelId="{5EE1DC9C-DEBF-475E-917B-7B3708CEE963}" type="pres">
      <dgm:prSet presAssocID="{9DFEDF65-BB4B-405C-B165-F663A4062B70}" presName="vertThree" presStyleCnt="0"/>
      <dgm:spPr/>
    </dgm:pt>
    <dgm:pt modelId="{9E329916-A165-48D7-A8F1-037F67F8853F}" type="pres">
      <dgm:prSet presAssocID="{9DFEDF65-BB4B-405C-B165-F663A4062B70}" presName="txThree" presStyleLbl="node3" presStyleIdx="5" presStyleCnt="6">
        <dgm:presLayoutVars>
          <dgm:chPref val="3"/>
        </dgm:presLayoutVars>
      </dgm:prSet>
      <dgm:spPr/>
    </dgm:pt>
    <dgm:pt modelId="{7FAD4311-51F3-45CD-B9EB-A753AA6E0A23}" type="pres">
      <dgm:prSet presAssocID="{9DFEDF65-BB4B-405C-B165-F663A4062B70}" presName="horzThree" presStyleCnt="0"/>
      <dgm:spPr/>
    </dgm:pt>
  </dgm:ptLst>
  <dgm:cxnLst>
    <dgm:cxn modelId="{D4C42102-39B4-4B5F-8AB7-CCBE1512975A}" type="presOf" srcId="{7B7FB75B-2273-4505-BD23-EC2C8E1820C7}" destId="{81A79AB8-B4A7-4CDE-9429-30C427836916}" srcOrd="0" destOrd="0" presId="urn:microsoft.com/office/officeart/2005/8/layout/hierarchy4"/>
    <dgm:cxn modelId="{787B3405-C26B-4038-B8CA-D41660D74B37}" srcId="{1CA91F35-0759-484B-96BE-3587EA517513}" destId="{E495D769-C069-4428-B0FB-9993D8B968CA}" srcOrd="0" destOrd="0" parTransId="{4FD6F8E2-8F2C-4461-A1D4-D75593E8DC86}" sibTransId="{D915D6A9-BF73-4976-A3AE-7E7E2B0927AD}"/>
    <dgm:cxn modelId="{6D01B608-A487-4F18-A275-004D759EF7D5}" srcId="{E495D769-C069-4428-B0FB-9993D8B968CA}" destId="{8B7E997F-CAE6-4E6B-87A0-5CE1B24ED8CB}" srcOrd="0" destOrd="0" parTransId="{4B18BC65-E9B7-4BAC-A972-DFF6C2C4F69F}" sibTransId="{E4319DE1-F1A6-4A7B-B10C-39CA10AA820C}"/>
    <dgm:cxn modelId="{40CDD30B-ED7C-4B8B-8ABF-81A2467070A1}" srcId="{5C0DB8F9-4463-4A34-A1BF-48A2768ADBDA}" destId="{DFE6EF3F-AA8C-4798-B61D-D940B1E3E92C}" srcOrd="0" destOrd="0" parTransId="{561AFE30-61C2-48BA-B77E-8EA14AB53004}" sibTransId="{2886DA5B-FBB0-42BF-9D55-603254EABD96}"/>
    <dgm:cxn modelId="{0C074F0D-7878-4D83-9F3F-078DEDFA69A7}" type="presOf" srcId="{6324018D-594D-4EC1-AA5C-C548A88942AE}" destId="{91F04C56-C7B6-4F67-A25D-895EB374B04E}" srcOrd="0" destOrd="0" presId="urn:microsoft.com/office/officeart/2005/8/layout/hierarchy4"/>
    <dgm:cxn modelId="{A7503810-C2EC-468C-95C1-A40FFB01B27E}" type="presOf" srcId="{9DFEDF65-BB4B-405C-B165-F663A4062B70}" destId="{9E329916-A165-48D7-A8F1-037F67F8853F}" srcOrd="0" destOrd="0" presId="urn:microsoft.com/office/officeart/2005/8/layout/hierarchy4"/>
    <dgm:cxn modelId="{77BFC028-0845-400D-82F8-C20A3F3FF015}" type="presOf" srcId="{E495D769-C069-4428-B0FB-9993D8B968CA}" destId="{A8B71DF0-3157-4934-95B7-DF8B82E4D659}" srcOrd="0" destOrd="0" presId="urn:microsoft.com/office/officeart/2005/8/layout/hierarchy4"/>
    <dgm:cxn modelId="{A2046929-E551-47CC-8352-AC38B60F9BD5}" srcId="{3829E93A-EE80-4D04-973A-8673F1DBF5CC}" destId="{1C9DA7BF-17EB-40B4-A7ED-0CA59F5755BD}" srcOrd="0" destOrd="0" parTransId="{3B82D220-8C6F-48D8-9910-5EAF614415A3}" sibTransId="{6E55B0FE-7797-43BE-BD51-FCC4DC49D426}"/>
    <dgm:cxn modelId="{BC6E6D2B-1A45-43AE-85B0-8F579B4F7011}" srcId="{C992632D-E7E0-4B0A-8ED8-28BCDB642157}" destId="{F4094B38-40B3-47F6-BC92-8A3BEE649C6A}" srcOrd="1" destOrd="0" parTransId="{7123B839-D963-40C3-960A-D732D1AF1943}" sibTransId="{74D4ADE2-A3F5-4384-A198-29B59F68932C}"/>
    <dgm:cxn modelId="{3E46692F-2C39-4B77-A64C-87BDB86FFEDE}" srcId="{DFE6EF3F-AA8C-4798-B61D-D940B1E3E92C}" destId="{3829E93A-EE80-4D04-973A-8673F1DBF5CC}" srcOrd="0" destOrd="0" parTransId="{5E9889A6-B1A3-4341-84D6-8CCC5CD79116}" sibTransId="{008DE349-6D48-444C-BF4C-62DA9EAF1B7B}"/>
    <dgm:cxn modelId="{EBE1892F-C660-4897-94D5-FC66A9D1A225}" type="presOf" srcId="{1CA91F35-0759-484B-96BE-3587EA517513}" destId="{FD5FA520-0A4B-445F-9E64-75EF7FF2948A}" srcOrd="0" destOrd="0" presId="urn:microsoft.com/office/officeart/2005/8/layout/hierarchy4"/>
    <dgm:cxn modelId="{4B3D6033-E9B3-4130-828B-5874542684C6}" srcId="{9651B6FD-DA2C-469C-9230-BF867CD31929}" destId="{1CA91F35-0759-484B-96BE-3587EA517513}" srcOrd="0" destOrd="0" parTransId="{AAFF0131-F90C-47BA-B846-3BC280990925}" sibTransId="{24AFEB68-0BB8-42C5-848F-21F8899EE5C6}"/>
    <dgm:cxn modelId="{B969BD33-1504-47DD-8755-4C875BEB7776}" type="presOf" srcId="{82C7C66E-5D41-4A93-9EBB-D9198ADA1F51}" destId="{C2F74157-58D9-48B8-9E18-1B29ADBFDFCE}" srcOrd="0" destOrd="0" presId="urn:microsoft.com/office/officeart/2005/8/layout/hierarchy4"/>
    <dgm:cxn modelId="{8613D036-0686-4E2A-A912-DBDA2AE6373F}" srcId="{24B8A6B5-9B2C-490E-AB4F-1F0C8AEC39D5}" destId="{A58E6728-D14E-4E01-BB84-78E963FB8B44}" srcOrd="1" destOrd="0" parTransId="{23EE80DE-6FDB-4D09-AFDE-8CF6B84205E9}" sibTransId="{272266FD-B51D-4FD6-A0C6-973D828AA727}"/>
    <dgm:cxn modelId="{CB767942-00EC-4877-B345-77E1E395FEE2}" srcId="{7B7FB75B-2273-4505-BD23-EC2C8E1820C7}" destId="{5C0DB8F9-4463-4A34-A1BF-48A2768ADBDA}" srcOrd="0" destOrd="0" parTransId="{754798F3-4360-4F8E-B320-4D808A85AC91}" sibTransId="{52A6D135-7D2D-4F89-AFFE-2BB35848791C}"/>
    <dgm:cxn modelId="{669B5649-6E08-4BE1-8A50-2BDDA67F0344}" type="presOf" srcId="{3829E93A-EE80-4D04-973A-8673F1DBF5CC}" destId="{9263CEA0-EE4E-43E5-AC42-DC826E92B29A}" srcOrd="0" destOrd="0" presId="urn:microsoft.com/office/officeart/2005/8/layout/hierarchy4"/>
    <dgm:cxn modelId="{3F61486C-031C-481D-9926-97253F7102EE}" srcId="{F4094B38-40B3-47F6-BC92-8A3BEE649C6A}" destId="{F84B346C-07A0-4A49-90B4-3916BE94720B}" srcOrd="0" destOrd="0" parTransId="{15189611-4260-444D-8D77-E10129BBDE64}" sibTransId="{065D3D06-EA4F-46CB-990C-4A27FA8B8F7B}"/>
    <dgm:cxn modelId="{B1246753-B905-4931-8C52-D04B330F7AD4}" type="presOf" srcId="{BF299C8F-383D-40EA-89C8-409B2567A6F6}" destId="{27C213B9-0192-4165-B7B5-7CBE6D3D0A77}" srcOrd="0" destOrd="0" presId="urn:microsoft.com/office/officeart/2005/8/layout/hierarchy4"/>
    <dgm:cxn modelId="{0A89BA77-598E-46F4-B61C-37885D7DE43A}" type="presOf" srcId="{8B7E997F-CAE6-4E6B-87A0-5CE1B24ED8CB}" destId="{8B5E18E8-E5C8-4E77-8DE5-939B4016EB9E}" srcOrd="0" destOrd="0" presId="urn:microsoft.com/office/officeart/2005/8/layout/hierarchy4"/>
    <dgm:cxn modelId="{36F73D78-1B8F-48E5-AB0F-39889D11B998}" type="presOf" srcId="{A58E6728-D14E-4E01-BB84-78E963FB8B44}" destId="{3163C9EE-FB2E-45B4-807A-220B3E597ABA}" srcOrd="0" destOrd="0" presId="urn:microsoft.com/office/officeart/2005/8/layout/hierarchy4"/>
    <dgm:cxn modelId="{6790DC7F-3585-4755-9D2E-718CFFB7B7BB}" srcId="{06D81479-1BCA-49E2-9148-00D5A629A8F4}" destId="{7B7FB75B-2273-4505-BD23-EC2C8E1820C7}" srcOrd="0" destOrd="0" parTransId="{C05930FC-CE37-4145-8A43-6FEDB6787155}" sibTransId="{DBF357B8-8180-4FB8-9B47-E90000F2E4BA}"/>
    <dgm:cxn modelId="{285AD488-7815-409D-A3D1-97733319D8BE}" type="presOf" srcId="{F4094B38-40B3-47F6-BC92-8A3BEE649C6A}" destId="{370F6B30-D089-4146-89BF-8A40E61313A2}" srcOrd="0" destOrd="0" presId="urn:microsoft.com/office/officeart/2005/8/layout/hierarchy4"/>
    <dgm:cxn modelId="{57388D8C-25B4-4DB3-BFBE-CBCEEFEC12D4}" type="presOf" srcId="{1C9DA7BF-17EB-40B4-A7ED-0CA59F5755BD}" destId="{7A85D58A-A0B4-4E6D-A24D-91FE3C007E10}" srcOrd="0" destOrd="0" presId="urn:microsoft.com/office/officeart/2005/8/layout/hierarchy4"/>
    <dgm:cxn modelId="{98C1608D-45D6-4D5F-B2E8-32C34F827133}" srcId="{A58E6728-D14E-4E01-BB84-78E963FB8B44}" destId="{C992632D-E7E0-4B0A-8ED8-28BCDB642157}" srcOrd="0" destOrd="0" parTransId="{5166EBD8-FD08-4842-BD94-5A57C6A10FD5}" sibTransId="{051812F8-0F63-4FC1-8DB7-339974B91762}"/>
    <dgm:cxn modelId="{FB97568F-5C10-4344-9028-30FCC360B85A}" type="presOf" srcId="{5C0DB8F9-4463-4A34-A1BF-48A2768ADBDA}" destId="{E7E25D24-BD5F-4CEB-AA1A-124669EFE992}" srcOrd="0" destOrd="0" presId="urn:microsoft.com/office/officeart/2005/8/layout/hierarchy4"/>
    <dgm:cxn modelId="{A294AE91-CBF3-4A67-BFE7-71D678ED1623}" type="presOf" srcId="{9651B6FD-DA2C-469C-9230-BF867CD31929}" destId="{34560FA7-075A-4655-88F0-EAEA7647884A}" srcOrd="0" destOrd="0" presId="urn:microsoft.com/office/officeart/2005/8/layout/hierarchy4"/>
    <dgm:cxn modelId="{BC76679F-164B-4927-9C9C-AEF2BABF8BB8}" srcId="{BF299C8F-383D-40EA-89C8-409B2567A6F6}" destId="{9DFEDF65-BB4B-405C-B165-F663A4062B70}" srcOrd="0" destOrd="0" parTransId="{17DAE573-AEA6-4A33-AB76-EF0298BD3823}" sibTransId="{89CA87D3-C560-43BF-B529-39E5E0AC7D9C}"/>
    <dgm:cxn modelId="{5D66A7B2-F5D8-49AB-850B-E9E15FEB7802}" type="presOf" srcId="{3D307129-635F-48F5-BD7F-EA4B72137EDC}" destId="{07310538-3086-4136-8B1D-D110088E75A2}" srcOrd="0" destOrd="0" presId="urn:microsoft.com/office/officeart/2005/8/layout/hierarchy4"/>
    <dgm:cxn modelId="{BC91C3B2-DD2C-47D5-A0E3-F4F7D8360C74}" srcId="{C992632D-E7E0-4B0A-8ED8-28BCDB642157}" destId="{9651B6FD-DA2C-469C-9230-BF867CD31929}" srcOrd="0" destOrd="0" parTransId="{FBB76FD8-40B1-4040-8B91-19BCAF175CEA}" sibTransId="{EECD535D-1026-442D-B13B-BEF2EF927DA0}"/>
    <dgm:cxn modelId="{D26181B8-8327-4835-88F1-E128161921C7}" type="presOf" srcId="{DFE6EF3F-AA8C-4798-B61D-D940B1E3E92C}" destId="{E024EAB7-9239-474A-B7B0-9F30C7614465}" srcOrd="0" destOrd="0" presId="urn:microsoft.com/office/officeart/2005/8/layout/hierarchy4"/>
    <dgm:cxn modelId="{491725BC-4AE0-455F-99D8-6B9DB7EEA85E}" type="presOf" srcId="{C992632D-E7E0-4B0A-8ED8-28BCDB642157}" destId="{02A631A8-A0E5-43C2-A1B3-E61A5918EABD}" srcOrd="0" destOrd="0" presId="urn:microsoft.com/office/officeart/2005/8/layout/hierarchy4"/>
    <dgm:cxn modelId="{6B9196C3-FA76-4A1C-844E-D564C2D07580}" type="presOf" srcId="{F84B346C-07A0-4A49-90B4-3916BE94720B}" destId="{E620ED97-06E6-46B4-AF10-EA62BF6E5F4A}" srcOrd="0" destOrd="0" presId="urn:microsoft.com/office/officeart/2005/8/layout/hierarchy4"/>
    <dgm:cxn modelId="{52F72FC6-935A-4BC2-A166-C1922A601403}" srcId="{A58E6728-D14E-4E01-BB84-78E963FB8B44}" destId="{6324018D-594D-4EC1-AA5C-C548A88942AE}" srcOrd="1" destOrd="0" parTransId="{A6F337D5-EB3D-452C-88C4-93E94DDF3ED5}" sibTransId="{A7338C87-3FAA-40EF-9CDB-11D0E68A0B42}"/>
    <dgm:cxn modelId="{101186D8-6016-4001-B086-089F9068FAFA}" type="presOf" srcId="{06D81479-1BCA-49E2-9148-00D5A629A8F4}" destId="{35F4A1AC-3E3B-4248-8ABC-1625A3F6A9A0}" srcOrd="0" destOrd="0" presId="urn:microsoft.com/office/officeart/2005/8/layout/hierarchy4"/>
    <dgm:cxn modelId="{911D71DC-71B9-4BDD-8354-0BE37C567338}" srcId="{C992632D-E7E0-4B0A-8ED8-28BCDB642157}" destId="{82C7C66E-5D41-4A93-9EBB-D9198ADA1F51}" srcOrd="2" destOrd="0" parTransId="{AFA20A3E-4431-4CF7-9C37-F58D60A55BDE}" sibTransId="{8C4334BF-7AAC-4E6F-8D9B-C4FEC9C43EFC}"/>
    <dgm:cxn modelId="{241E04E5-0038-44DB-9EA2-3BE2CDB4CEEC}" type="presOf" srcId="{24B8A6B5-9B2C-490E-AB4F-1F0C8AEC39D5}" destId="{91C9E0A3-4911-451A-8512-361D2342C543}" srcOrd="0" destOrd="0" presId="urn:microsoft.com/office/officeart/2005/8/layout/hierarchy4"/>
    <dgm:cxn modelId="{A31E44EE-7F4F-4D7C-BEFB-E060216C5F2A}" srcId="{6324018D-594D-4EC1-AA5C-C548A88942AE}" destId="{3D307129-635F-48F5-BD7F-EA4B72137EDC}" srcOrd="0" destOrd="0" parTransId="{A241733C-058C-4653-B8BF-9C51B7F563A8}" sibTransId="{A1668F4C-A998-4867-AF7B-33CFFDC694E0}"/>
    <dgm:cxn modelId="{8AA9D1F6-09BB-4A2F-85F6-32D6059C8DDE}" srcId="{A58E6728-D14E-4E01-BB84-78E963FB8B44}" destId="{BF299C8F-383D-40EA-89C8-409B2567A6F6}" srcOrd="2" destOrd="0" parTransId="{28F954AF-1936-4C9D-9519-D895A380D070}" sibTransId="{4A1CAC44-705D-4178-B003-B696BFD3DF7D}"/>
    <dgm:cxn modelId="{FB94A0FB-9606-4426-A639-C1F7BEE1F0AE}" srcId="{24B8A6B5-9B2C-490E-AB4F-1F0C8AEC39D5}" destId="{06D81479-1BCA-49E2-9148-00D5A629A8F4}" srcOrd="0" destOrd="0" parTransId="{A4BA32AD-D049-4640-99D4-6DF966E94419}" sibTransId="{56C64573-4C67-4ACF-81F8-0C76026D7B29}"/>
    <dgm:cxn modelId="{73F8B487-B9E9-4433-8F1F-2F067D698116}" type="presParOf" srcId="{91C9E0A3-4911-451A-8512-361D2342C543}" destId="{2F7EBAD8-E432-4B62-9028-5A72BB830327}" srcOrd="0" destOrd="0" presId="urn:microsoft.com/office/officeart/2005/8/layout/hierarchy4"/>
    <dgm:cxn modelId="{3E22891E-3299-433E-9F37-F8B11D85749A}" type="presParOf" srcId="{2F7EBAD8-E432-4B62-9028-5A72BB830327}" destId="{35F4A1AC-3E3B-4248-8ABC-1625A3F6A9A0}" srcOrd="0" destOrd="0" presId="urn:microsoft.com/office/officeart/2005/8/layout/hierarchy4"/>
    <dgm:cxn modelId="{2221EC5D-1F66-4401-86D2-4FE490A997EA}" type="presParOf" srcId="{2F7EBAD8-E432-4B62-9028-5A72BB830327}" destId="{0D184215-743B-4675-B00D-C34C1CA43267}" srcOrd="1" destOrd="0" presId="urn:microsoft.com/office/officeart/2005/8/layout/hierarchy4"/>
    <dgm:cxn modelId="{5E604DB8-D429-4EC6-898B-287B166AC078}" type="presParOf" srcId="{2F7EBAD8-E432-4B62-9028-5A72BB830327}" destId="{AC667660-4B43-49B4-B732-B520D99C60E4}" srcOrd="2" destOrd="0" presId="urn:microsoft.com/office/officeart/2005/8/layout/hierarchy4"/>
    <dgm:cxn modelId="{87DC9D48-B3CA-43EE-AA66-852EECAF1782}" type="presParOf" srcId="{AC667660-4B43-49B4-B732-B520D99C60E4}" destId="{B10FC192-ECA2-4897-87A0-85CAD9A4DE9B}" srcOrd="0" destOrd="0" presId="urn:microsoft.com/office/officeart/2005/8/layout/hierarchy4"/>
    <dgm:cxn modelId="{72B9C7D4-488B-4B63-9664-91DF8BD09C1D}" type="presParOf" srcId="{B10FC192-ECA2-4897-87A0-85CAD9A4DE9B}" destId="{81A79AB8-B4A7-4CDE-9429-30C427836916}" srcOrd="0" destOrd="0" presId="urn:microsoft.com/office/officeart/2005/8/layout/hierarchy4"/>
    <dgm:cxn modelId="{D5D5C3F4-4FD9-42D9-978D-AB0597D00020}" type="presParOf" srcId="{B10FC192-ECA2-4897-87A0-85CAD9A4DE9B}" destId="{D26212C7-1ABF-4460-8302-02703427F240}" srcOrd="1" destOrd="0" presId="urn:microsoft.com/office/officeart/2005/8/layout/hierarchy4"/>
    <dgm:cxn modelId="{534A12C2-C964-4A08-8A73-DE309AE5DE59}" type="presParOf" srcId="{B10FC192-ECA2-4897-87A0-85CAD9A4DE9B}" destId="{2E114DFD-7661-4250-B96E-2F25991E2703}" srcOrd="2" destOrd="0" presId="urn:microsoft.com/office/officeart/2005/8/layout/hierarchy4"/>
    <dgm:cxn modelId="{61E1DFE7-913D-4EAB-B358-EF68A0252E19}" type="presParOf" srcId="{2E114DFD-7661-4250-B96E-2F25991E2703}" destId="{DAA1788D-BAEC-4950-BF21-F3EE18A1CEE1}" srcOrd="0" destOrd="0" presId="urn:microsoft.com/office/officeart/2005/8/layout/hierarchy4"/>
    <dgm:cxn modelId="{0ED52523-1BD9-4CDC-98DD-943F0C60F346}" type="presParOf" srcId="{DAA1788D-BAEC-4950-BF21-F3EE18A1CEE1}" destId="{E7E25D24-BD5F-4CEB-AA1A-124669EFE992}" srcOrd="0" destOrd="0" presId="urn:microsoft.com/office/officeart/2005/8/layout/hierarchy4"/>
    <dgm:cxn modelId="{05A76456-269C-4310-92DD-6461DB0E86C5}" type="presParOf" srcId="{DAA1788D-BAEC-4950-BF21-F3EE18A1CEE1}" destId="{5CA89FED-64B7-4539-9301-F12475A07FC7}" srcOrd="1" destOrd="0" presId="urn:microsoft.com/office/officeart/2005/8/layout/hierarchy4"/>
    <dgm:cxn modelId="{E097F74E-C774-458D-97F4-694E3B1E82F4}" type="presParOf" srcId="{DAA1788D-BAEC-4950-BF21-F3EE18A1CEE1}" destId="{88AF4D1A-3148-4950-BE1B-180A7D52A8BB}" srcOrd="2" destOrd="0" presId="urn:microsoft.com/office/officeart/2005/8/layout/hierarchy4"/>
    <dgm:cxn modelId="{FF56CC32-4E74-469A-A24C-0FCF3D4EDC89}" type="presParOf" srcId="{88AF4D1A-3148-4950-BE1B-180A7D52A8BB}" destId="{9462F5A0-86ED-4544-983A-10B105F012C4}" srcOrd="0" destOrd="0" presId="urn:microsoft.com/office/officeart/2005/8/layout/hierarchy4"/>
    <dgm:cxn modelId="{93B0B712-777C-4AE6-9EDF-16AA0DA1867C}" type="presParOf" srcId="{9462F5A0-86ED-4544-983A-10B105F012C4}" destId="{E024EAB7-9239-474A-B7B0-9F30C7614465}" srcOrd="0" destOrd="0" presId="urn:microsoft.com/office/officeart/2005/8/layout/hierarchy4"/>
    <dgm:cxn modelId="{6C1A5F8F-CBF9-4334-B98A-E91373150E59}" type="presParOf" srcId="{9462F5A0-86ED-4544-983A-10B105F012C4}" destId="{ECA241E3-2BDF-42BB-870D-C08598F1283E}" srcOrd="1" destOrd="0" presId="urn:microsoft.com/office/officeart/2005/8/layout/hierarchy4"/>
    <dgm:cxn modelId="{6E2069DA-6540-4C98-AACA-7AD0B87C4284}" type="presParOf" srcId="{9462F5A0-86ED-4544-983A-10B105F012C4}" destId="{F2B42CA9-D401-44EA-B0D8-1ED976D5403B}" srcOrd="2" destOrd="0" presId="urn:microsoft.com/office/officeart/2005/8/layout/hierarchy4"/>
    <dgm:cxn modelId="{5EAF6036-DD76-497C-9D26-734C3ECDB3BF}" type="presParOf" srcId="{F2B42CA9-D401-44EA-B0D8-1ED976D5403B}" destId="{8010E4FA-0F00-4C9A-9077-2C3284E7CB31}" srcOrd="0" destOrd="0" presId="urn:microsoft.com/office/officeart/2005/8/layout/hierarchy4"/>
    <dgm:cxn modelId="{7E5B9901-D05B-46A4-899E-9816A3B4AEE9}" type="presParOf" srcId="{8010E4FA-0F00-4C9A-9077-2C3284E7CB31}" destId="{9263CEA0-EE4E-43E5-AC42-DC826E92B29A}" srcOrd="0" destOrd="0" presId="urn:microsoft.com/office/officeart/2005/8/layout/hierarchy4"/>
    <dgm:cxn modelId="{31036BCF-5FAF-48A5-AE1A-17E4BA18D901}" type="presParOf" srcId="{8010E4FA-0F00-4C9A-9077-2C3284E7CB31}" destId="{2C57AFE6-149B-4BBA-A761-385E55F5CEEC}" srcOrd="1" destOrd="0" presId="urn:microsoft.com/office/officeart/2005/8/layout/hierarchy4"/>
    <dgm:cxn modelId="{6ECEBD5A-0ADD-4F6F-AD54-031C909E3545}" type="presParOf" srcId="{8010E4FA-0F00-4C9A-9077-2C3284E7CB31}" destId="{4C813BDB-D9D8-46C6-8FF9-2BA6526DE1F3}" srcOrd="2" destOrd="0" presId="urn:microsoft.com/office/officeart/2005/8/layout/hierarchy4"/>
    <dgm:cxn modelId="{B3060312-6557-4BC6-8E15-4B9A28F136D7}" type="presParOf" srcId="{4C813BDB-D9D8-46C6-8FF9-2BA6526DE1F3}" destId="{BF0DB64C-958B-4619-9BE1-4F9534E848CA}" srcOrd="0" destOrd="0" presId="urn:microsoft.com/office/officeart/2005/8/layout/hierarchy4"/>
    <dgm:cxn modelId="{8041F365-A7E5-423D-8466-41ECA6B33BE5}" type="presParOf" srcId="{BF0DB64C-958B-4619-9BE1-4F9534E848CA}" destId="{7A85D58A-A0B4-4E6D-A24D-91FE3C007E10}" srcOrd="0" destOrd="0" presId="urn:microsoft.com/office/officeart/2005/8/layout/hierarchy4"/>
    <dgm:cxn modelId="{B3267819-82C9-4D02-9607-211D42539F59}" type="presParOf" srcId="{BF0DB64C-958B-4619-9BE1-4F9534E848CA}" destId="{F6DE746F-9468-4AFD-BC64-F417AA9A9ECC}" srcOrd="1" destOrd="0" presId="urn:microsoft.com/office/officeart/2005/8/layout/hierarchy4"/>
    <dgm:cxn modelId="{5E8C2DEB-5B4E-4EDB-9391-42B24D0ACDB6}" type="presParOf" srcId="{91C9E0A3-4911-451A-8512-361D2342C543}" destId="{2953CF02-4B42-470D-A99B-C82F3AF36D26}" srcOrd="1" destOrd="0" presId="urn:microsoft.com/office/officeart/2005/8/layout/hierarchy4"/>
    <dgm:cxn modelId="{A9318F9C-05B2-48EE-9A49-6B98EFDEDBA1}" type="presParOf" srcId="{91C9E0A3-4911-451A-8512-361D2342C543}" destId="{9E47A270-9205-40BF-A3F8-22963E65693E}" srcOrd="2" destOrd="0" presId="urn:microsoft.com/office/officeart/2005/8/layout/hierarchy4"/>
    <dgm:cxn modelId="{008AD098-4A01-4247-AAE1-F570E6BE8840}" type="presParOf" srcId="{9E47A270-9205-40BF-A3F8-22963E65693E}" destId="{3163C9EE-FB2E-45B4-807A-220B3E597ABA}" srcOrd="0" destOrd="0" presId="urn:microsoft.com/office/officeart/2005/8/layout/hierarchy4"/>
    <dgm:cxn modelId="{D2682513-1187-4B4E-B2CF-A0776620CBD7}" type="presParOf" srcId="{9E47A270-9205-40BF-A3F8-22963E65693E}" destId="{34E90339-B082-4880-ADB6-B243363EF663}" srcOrd="1" destOrd="0" presId="urn:microsoft.com/office/officeart/2005/8/layout/hierarchy4"/>
    <dgm:cxn modelId="{A26CFA49-4B93-4AA0-9C1C-BA60E9D18EAD}" type="presParOf" srcId="{9E47A270-9205-40BF-A3F8-22963E65693E}" destId="{88A5E939-17F0-4DB3-A0E2-C039B053110E}" srcOrd="2" destOrd="0" presId="urn:microsoft.com/office/officeart/2005/8/layout/hierarchy4"/>
    <dgm:cxn modelId="{375E353F-868E-4165-9CD5-97CEA57A730B}" type="presParOf" srcId="{88A5E939-17F0-4DB3-A0E2-C039B053110E}" destId="{FC1DFFD5-154B-405E-8B7C-2D5A193DC24E}" srcOrd="0" destOrd="0" presId="urn:microsoft.com/office/officeart/2005/8/layout/hierarchy4"/>
    <dgm:cxn modelId="{0A7D10BF-07DF-44D1-AFD9-831E9516C00E}" type="presParOf" srcId="{FC1DFFD5-154B-405E-8B7C-2D5A193DC24E}" destId="{02A631A8-A0E5-43C2-A1B3-E61A5918EABD}" srcOrd="0" destOrd="0" presId="urn:microsoft.com/office/officeart/2005/8/layout/hierarchy4"/>
    <dgm:cxn modelId="{D2E50666-7214-4FAE-B44C-90BD9816B0E7}" type="presParOf" srcId="{FC1DFFD5-154B-405E-8B7C-2D5A193DC24E}" destId="{ECB107E3-8705-451A-8DAA-38DC0D9765E2}" srcOrd="1" destOrd="0" presId="urn:microsoft.com/office/officeart/2005/8/layout/hierarchy4"/>
    <dgm:cxn modelId="{7B3E8602-6D7F-428B-83C3-975D538176E6}" type="presParOf" srcId="{FC1DFFD5-154B-405E-8B7C-2D5A193DC24E}" destId="{4390CAE5-4434-420E-A922-02E2288730DF}" srcOrd="2" destOrd="0" presId="urn:microsoft.com/office/officeart/2005/8/layout/hierarchy4"/>
    <dgm:cxn modelId="{74017219-669E-4C9F-949B-D8683F51DF18}" type="presParOf" srcId="{4390CAE5-4434-420E-A922-02E2288730DF}" destId="{5120283F-D03F-4C6A-992B-FA3BC57BE8CF}" srcOrd="0" destOrd="0" presId="urn:microsoft.com/office/officeart/2005/8/layout/hierarchy4"/>
    <dgm:cxn modelId="{827A9BEC-C17B-4A50-9ACA-66C1E6356CFB}" type="presParOf" srcId="{5120283F-D03F-4C6A-992B-FA3BC57BE8CF}" destId="{34560FA7-075A-4655-88F0-EAEA7647884A}" srcOrd="0" destOrd="0" presId="urn:microsoft.com/office/officeart/2005/8/layout/hierarchy4"/>
    <dgm:cxn modelId="{3A287D71-E5DA-4184-B65A-3BB0760E49B7}" type="presParOf" srcId="{5120283F-D03F-4C6A-992B-FA3BC57BE8CF}" destId="{9A1E2FCC-7D39-4885-84DE-0D7FF7AD78FC}" srcOrd="1" destOrd="0" presId="urn:microsoft.com/office/officeart/2005/8/layout/hierarchy4"/>
    <dgm:cxn modelId="{B8FD87B0-99F0-48B2-8145-77837DF102D9}" type="presParOf" srcId="{5120283F-D03F-4C6A-992B-FA3BC57BE8CF}" destId="{C6741069-CE8C-4553-9C9D-B4CDF32DDC12}" srcOrd="2" destOrd="0" presId="urn:microsoft.com/office/officeart/2005/8/layout/hierarchy4"/>
    <dgm:cxn modelId="{C3C11604-211D-4842-AF53-0534CD9C85B0}" type="presParOf" srcId="{C6741069-CE8C-4553-9C9D-B4CDF32DDC12}" destId="{F9EA6FDB-0B04-4072-9E22-D3CE2020C4F2}" srcOrd="0" destOrd="0" presId="urn:microsoft.com/office/officeart/2005/8/layout/hierarchy4"/>
    <dgm:cxn modelId="{9755785C-BBB3-4BA5-994A-6A08C028E30B}" type="presParOf" srcId="{F9EA6FDB-0B04-4072-9E22-D3CE2020C4F2}" destId="{FD5FA520-0A4B-445F-9E64-75EF7FF2948A}" srcOrd="0" destOrd="0" presId="urn:microsoft.com/office/officeart/2005/8/layout/hierarchy4"/>
    <dgm:cxn modelId="{4EA12311-FE76-450B-9656-B7BC862AC954}" type="presParOf" srcId="{F9EA6FDB-0B04-4072-9E22-D3CE2020C4F2}" destId="{A275E437-7A60-4E78-BDBE-29C71A8EEFED}" srcOrd="1" destOrd="0" presId="urn:microsoft.com/office/officeart/2005/8/layout/hierarchy4"/>
    <dgm:cxn modelId="{4A6F56E2-0D49-4AFE-A881-C4C9E0BB11D1}" type="presParOf" srcId="{F9EA6FDB-0B04-4072-9E22-D3CE2020C4F2}" destId="{18927F5F-858F-4E6D-8925-BC7B0556865B}" srcOrd="2" destOrd="0" presId="urn:microsoft.com/office/officeart/2005/8/layout/hierarchy4"/>
    <dgm:cxn modelId="{BD90E541-41C2-4B0F-9A8B-01FF93B4D534}" type="presParOf" srcId="{18927F5F-858F-4E6D-8925-BC7B0556865B}" destId="{B8E0A2D1-D027-41A3-8152-5E0F60B2C2F2}" srcOrd="0" destOrd="0" presId="urn:microsoft.com/office/officeart/2005/8/layout/hierarchy4"/>
    <dgm:cxn modelId="{3330524F-E171-444B-B551-3502BB7AF587}" type="presParOf" srcId="{B8E0A2D1-D027-41A3-8152-5E0F60B2C2F2}" destId="{A8B71DF0-3157-4934-95B7-DF8B82E4D659}" srcOrd="0" destOrd="0" presId="urn:microsoft.com/office/officeart/2005/8/layout/hierarchy4"/>
    <dgm:cxn modelId="{8D927232-26A9-43A4-976D-AEC23376FDF0}" type="presParOf" srcId="{B8E0A2D1-D027-41A3-8152-5E0F60B2C2F2}" destId="{3023CBB9-6DE7-4B49-B5DA-D00042714970}" srcOrd="1" destOrd="0" presId="urn:microsoft.com/office/officeart/2005/8/layout/hierarchy4"/>
    <dgm:cxn modelId="{151800B3-801D-48EC-B9EE-F45140DC584A}" type="presParOf" srcId="{B8E0A2D1-D027-41A3-8152-5E0F60B2C2F2}" destId="{B8426337-BBC7-4A0A-A9E9-C7D6D82C3B6D}" srcOrd="2" destOrd="0" presId="urn:microsoft.com/office/officeart/2005/8/layout/hierarchy4"/>
    <dgm:cxn modelId="{48768EF3-65C6-4B21-8A4C-EEEFEBB55A89}" type="presParOf" srcId="{B8426337-BBC7-4A0A-A9E9-C7D6D82C3B6D}" destId="{7017C1A2-D1E3-4044-A035-1A87C6B63104}" srcOrd="0" destOrd="0" presId="urn:microsoft.com/office/officeart/2005/8/layout/hierarchy4"/>
    <dgm:cxn modelId="{896B7FCF-D92D-4426-9AAA-CF34A39EE22F}" type="presParOf" srcId="{7017C1A2-D1E3-4044-A035-1A87C6B63104}" destId="{8B5E18E8-E5C8-4E77-8DE5-939B4016EB9E}" srcOrd="0" destOrd="0" presId="urn:microsoft.com/office/officeart/2005/8/layout/hierarchy4"/>
    <dgm:cxn modelId="{DB63A12E-CA2A-4D82-9A60-9EB0FE804BFA}" type="presParOf" srcId="{7017C1A2-D1E3-4044-A035-1A87C6B63104}" destId="{D19933CF-9C86-4B47-B381-6AF988922462}" srcOrd="1" destOrd="0" presId="urn:microsoft.com/office/officeart/2005/8/layout/hierarchy4"/>
    <dgm:cxn modelId="{DD7A8029-D08D-471D-B893-D3A9496F5179}" type="presParOf" srcId="{4390CAE5-4434-420E-A922-02E2288730DF}" destId="{EB92978F-AE45-4319-892E-2B3F1B4B411C}" srcOrd="1" destOrd="0" presId="urn:microsoft.com/office/officeart/2005/8/layout/hierarchy4"/>
    <dgm:cxn modelId="{49D761D7-6491-42E3-ABE0-7D8EECF092DC}" type="presParOf" srcId="{4390CAE5-4434-420E-A922-02E2288730DF}" destId="{F6513F10-1341-4EED-8117-28A69708E427}" srcOrd="2" destOrd="0" presId="urn:microsoft.com/office/officeart/2005/8/layout/hierarchy4"/>
    <dgm:cxn modelId="{48296A37-F77C-43D6-9EEF-9898FFFCC78C}" type="presParOf" srcId="{F6513F10-1341-4EED-8117-28A69708E427}" destId="{370F6B30-D089-4146-89BF-8A40E61313A2}" srcOrd="0" destOrd="0" presId="urn:microsoft.com/office/officeart/2005/8/layout/hierarchy4"/>
    <dgm:cxn modelId="{81EA9AFD-210A-4EB0-A874-18990336524B}" type="presParOf" srcId="{F6513F10-1341-4EED-8117-28A69708E427}" destId="{8481D12C-D079-440B-BE80-50F841267C76}" srcOrd="1" destOrd="0" presId="urn:microsoft.com/office/officeart/2005/8/layout/hierarchy4"/>
    <dgm:cxn modelId="{E4B8EDCA-45F8-4589-B411-0E8BEADE73AB}" type="presParOf" srcId="{F6513F10-1341-4EED-8117-28A69708E427}" destId="{C83D4373-5E42-4513-9436-C125B69DE4C6}" srcOrd="2" destOrd="0" presId="urn:microsoft.com/office/officeart/2005/8/layout/hierarchy4"/>
    <dgm:cxn modelId="{6E23DECD-9124-4816-9942-69124C0CE1D3}" type="presParOf" srcId="{C83D4373-5E42-4513-9436-C125B69DE4C6}" destId="{DE397FB2-B21C-4FD8-911E-1CE320F2D3D6}" srcOrd="0" destOrd="0" presId="urn:microsoft.com/office/officeart/2005/8/layout/hierarchy4"/>
    <dgm:cxn modelId="{CB613DA4-89A7-4F86-8A4B-492F7DA22BCC}" type="presParOf" srcId="{DE397FB2-B21C-4FD8-911E-1CE320F2D3D6}" destId="{E620ED97-06E6-46B4-AF10-EA62BF6E5F4A}" srcOrd="0" destOrd="0" presId="urn:microsoft.com/office/officeart/2005/8/layout/hierarchy4"/>
    <dgm:cxn modelId="{580F0C3B-A102-479F-92DC-EBFBCC2AE5CE}" type="presParOf" srcId="{DE397FB2-B21C-4FD8-911E-1CE320F2D3D6}" destId="{6131CA3D-C22A-4CA9-8662-E72F61037D2E}" srcOrd="1" destOrd="0" presId="urn:microsoft.com/office/officeart/2005/8/layout/hierarchy4"/>
    <dgm:cxn modelId="{FD265D77-DBF2-4258-9470-F268CB5DEFF5}" type="presParOf" srcId="{4390CAE5-4434-420E-A922-02E2288730DF}" destId="{445896AF-5B9E-4ECB-9157-11166083A29F}" srcOrd="3" destOrd="0" presId="urn:microsoft.com/office/officeart/2005/8/layout/hierarchy4"/>
    <dgm:cxn modelId="{CEA2D939-C360-4CA4-AF61-B2D713C0DEF4}" type="presParOf" srcId="{4390CAE5-4434-420E-A922-02E2288730DF}" destId="{DB1C64AA-0F5A-426E-A8F1-16198EAED3B9}" srcOrd="4" destOrd="0" presId="urn:microsoft.com/office/officeart/2005/8/layout/hierarchy4"/>
    <dgm:cxn modelId="{DBE0BD10-ED58-49B7-B5AC-3877C1CD9BD7}" type="presParOf" srcId="{DB1C64AA-0F5A-426E-A8F1-16198EAED3B9}" destId="{C2F74157-58D9-48B8-9E18-1B29ADBFDFCE}" srcOrd="0" destOrd="0" presId="urn:microsoft.com/office/officeart/2005/8/layout/hierarchy4"/>
    <dgm:cxn modelId="{B8944A79-B61A-4813-964F-D1C53C4C2A0A}" type="presParOf" srcId="{DB1C64AA-0F5A-426E-A8F1-16198EAED3B9}" destId="{71098C18-3B0C-4862-8698-24EE535427EE}" srcOrd="1" destOrd="0" presId="urn:microsoft.com/office/officeart/2005/8/layout/hierarchy4"/>
    <dgm:cxn modelId="{094D341F-9332-4A03-A393-77803A98490C}" type="presParOf" srcId="{88A5E939-17F0-4DB3-A0E2-C039B053110E}" destId="{ABB0B98A-59A9-42B8-BA2E-BC551D43176D}" srcOrd="1" destOrd="0" presId="urn:microsoft.com/office/officeart/2005/8/layout/hierarchy4"/>
    <dgm:cxn modelId="{FC6A054C-6298-450C-9005-428E142DA4C5}" type="presParOf" srcId="{88A5E939-17F0-4DB3-A0E2-C039B053110E}" destId="{2E5A2FB8-9975-4230-9D07-302E40E7B1D1}" srcOrd="2" destOrd="0" presId="urn:microsoft.com/office/officeart/2005/8/layout/hierarchy4"/>
    <dgm:cxn modelId="{3B778E95-24A9-47A8-BF07-173980F28336}" type="presParOf" srcId="{2E5A2FB8-9975-4230-9D07-302E40E7B1D1}" destId="{91F04C56-C7B6-4F67-A25D-895EB374B04E}" srcOrd="0" destOrd="0" presId="urn:microsoft.com/office/officeart/2005/8/layout/hierarchy4"/>
    <dgm:cxn modelId="{108C9C0B-453E-43C7-B876-2C7D8C52103F}" type="presParOf" srcId="{2E5A2FB8-9975-4230-9D07-302E40E7B1D1}" destId="{508AF14B-43F0-4842-9AA8-841345FF58AB}" srcOrd="1" destOrd="0" presId="urn:microsoft.com/office/officeart/2005/8/layout/hierarchy4"/>
    <dgm:cxn modelId="{5829D6DE-9BAB-44B0-90F6-319A7BC5CCC1}" type="presParOf" srcId="{2E5A2FB8-9975-4230-9D07-302E40E7B1D1}" destId="{74AA1646-5939-4768-84B9-4426C00F7C6E}" srcOrd="2" destOrd="0" presId="urn:microsoft.com/office/officeart/2005/8/layout/hierarchy4"/>
    <dgm:cxn modelId="{EF9C2432-7759-43EE-9BEF-D4DF0B34C19D}" type="presParOf" srcId="{74AA1646-5939-4768-84B9-4426C00F7C6E}" destId="{A352DBD1-A1F7-4D68-8378-D76B70602836}" srcOrd="0" destOrd="0" presId="urn:microsoft.com/office/officeart/2005/8/layout/hierarchy4"/>
    <dgm:cxn modelId="{2111626C-1BDF-426C-8A34-08932F9596B1}" type="presParOf" srcId="{A352DBD1-A1F7-4D68-8378-D76B70602836}" destId="{07310538-3086-4136-8B1D-D110088E75A2}" srcOrd="0" destOrd="0" presId="urn:microsoft.com/office/officeart/2005/8/layout/hierarchy4"/>
    <dgm:cxn modelId="{3A8979CB-DA14-4ABA-AA33-DD64AC2A001B}" type="presParOf" srcId="{A352DBD1-A1F7-4D68-8378-D76B70602836}" destId="{35814959-235B-4327-B47B-A06310E36F66}" srcOrd="1" destOrd="0" presId="urn:microsoft.com/office/officeart/2005/8/layout/hierarchy4"/>
    <dgm:cxn modelId="{EE75913D-CE0D-4A8C-A7E2-F04C97BCB502}" type="presParOf" srcId="{88A5E939-17F0-4DB3-A0E2-C039B053110E}" destId="{BBA97890-380D-4C03-A655-FB6832FDFDCE}" srcOrd="3" destOrd="0" presId="urn:microsoft.com/office/officeart/2005/8/layout/hierarchy4"/>
    <dgm:cxn modelId="{7F637675-4AB8-491B-902D-E60674C246DF}" type="presParOf" srcId="{88A5E939-17F0-4DB3-A0E2-C039B053110E}" destId="{E07EF549-505A-43C1-9C76-589A04BC7510}" srcOrd="4" destOrd="0" presId="urn:microsoft.com/office/officeart/2005/8/layout/hierarchy4"/>
    <dgm:cxn modelId="{74F23FA6-A7CE-48FB-9175-0011B4705CE9}" type="presParOf" srcId="{E07EF549-505A-43C1-9C76-589A04BC7510}" destId="{27C213B9-0192-4165-B7B5-7CBE6D3D0A77}" srcOrd="0" destOrd="0" presId="urn:microsoft.com/office/officeart/2005/8/layout/hierarchy4"/>
    <dgm:cxn modelId="{D5DA11F6-A03F-450B-AC7A-D1161DD5FD2B}" type="presParOf" srcId="{E07EF549-505A-43C1-9C76-589A04BC7510}" destId="{64A50350-ABCF-4331-8BFB-A4CA594CCCA7}" srcOrd="1" destOrd="0" presId="urn:microsoft.com/office/officeart/2005/8/layout/hierarchy4"/>
    <dgm:cxn modelId="{3D24C840-7793-44C4-9ACB-EFE9D749B1BD}" type="presParOf" srcId="{E07EF549-505A-43C1-9C76-589A04BC7510}" destId="{9BCCC512-D18A-4DA6-8F46-E4BDCAB1C6CA}" srcOrd="2" destOrd="0" presId="urn:microsoft.com/office/officeart/2005/8/layout/hierarchy4"/>
    <dgm:cxn modelId="{B7BBA1A3-1CFB-461F-992D-C905CC43C24A}" type="presParOf" srcId="{9BCCC512-D18A-4DA6-8F46-E4BDCAB1C6CA}" destId="{5EE1DC9C-DEBF-475E-917B-7B3708CEE963}" srcOrd="0" destOrd="0" presId="urn:microsoft.com/office/officeart/2005/8/layout/hierarchy4"/>
    <dgm:cxn modelId="{EAF81D9A-B136-43B6-A9BA-31939C2A1198}" type="presParOf" srcId="{5EE1DC9C-DEBF-475E-917B-7B3708CEE963}" destId="{9E329916-A165-48D7-A8F1-037F67F8853F}" srcOrd="0" destOrd="0" presId="urn:microsoft.com/office/officeart/2005/8/layout/hierarchy4"/>
    <dgm:cxn modelId="{4BEF2996-2C6F-41CD-A84C-01AC37E0CF4E}" type="presParOf" srcId="{5EE1DC9C-DEBF-475E-917B-7B3708CEE963}" destId="{7FAD4311-51F3-45CD-B9EB-A753AA6E0A2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4A1AC-3E3B-4248-8ABC-1625A3F6A9A0}">
      <dsp:nvSpPr>
        <dsp:cNvPr id="0" name=""/>
        <dsp:cNvSpPr/>
      </dsp:nvSpPr>
      <dsp:spPr>
        <a:xfrm>
          <a:off x="52" y="1081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País</a:t>
          </a:r>
        </a:p>
      </dsp:txBody>
      <dsp:txXfrm>
        <a:off x="30557" y="31586"/>
        <a:ext cx="1614503" cy="980523"/>
      </dsp:txXfrm>
    </dsp:sp>
    <dsp:sp modelId="{81A79AB8-B4A7-4CDE-9429-30C427836916}">
      <dsp:nvSpPr>
        <dsp:cNvPr id="0" name=""/>
        <dsp:cNvSpPr/>
      </dsp:nvSpPr>
      <dsp:spPr>
        <a:xfrm>
          <a:off x="52" y="113600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Distrito</a:t>
          </a:r>
        </a:p>
      </dsp:txBody>
      <dsp:txXfrm>
        <a:off x="30557" y="1166507"/>
        <a:ext cx="1614503" cy="980523"/>
      </dsp:txXfrm>
    </dsp:sp>
    <dsp:sp modelId="{E7E25D24-BD5F-4CEB-AA1A-124669EFE992}">
      <dsp:nvSpPr>
        <dsp:cNvPr id="0" name=""/>
        <dsp:cNvSpPr/>
      </dsp:nvSpPr>
      <dsp:spPr>
        <a:xfrm>
          <a:off x="52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Região</a:t>
          </a:r>
        </a:p>
      </dsp:txBody>
      <dsp:txXfrm>
        <a:off x="30557" y="2301427"/>
        <a:ext cx="1614503" cy="980523"/>
      </dsp:txXfrm>
    </dsp:sp>
    <dsp:sp modelId="{E024EAB7-9239-474A-B7B0-9F30C7614465}">
      <dsp:nvSpPr>
        <dsp:cNvPr id="0" name=""/>
        <dsp:cNvSpPr/>
      </dsp:nvSpPr>
      <dsp:spPr>
        <a:xfrm>
          <a:off x="52" y="3405843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Sub-Região</a:t>
          </a:r>
        </a:p>
      </dsp:txBody>
      <dsp:txXfrm>
        <a:off x="30557" y="3436348"/>
        <a:ext cx="1614503" cy="980523"/>
      </dsp:txXfrm>
    </dsp:sp>
    <dsp:sp modelId="{9263CEA0-EE4E-43E5-AC42-DC826E92B29A}">
      <dsp:nvSpPr>
        <dsp:cNvPr id="0" name=""/>
        <dsp:cNvSpPr/>
      </dsp:nvSpPr>
      <dsp:spPr>
        <a:xfrm>
          <a:off x="52" y="4540764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Município</a:t>
          </a:r>
        </a:p>
      </dsp:txBody>
      <dsp:txXfrm>
        <a:off x="30557" y="4571269"/>
        <a:ext cx="1614503" cy="980523"/>
      </dsp:txXfrm>
    </dsp:sp>
    <dsp:sp modelId="{7A85D58A-A0B4-4E6D-A24D-91FE3C007E10}">
      <dsp:nvSpPr>
        <dsp:cNvPr id="0" name=""/>
        <dsp:cNvSpPr/>
      </dsp:nvSpPr>
      <dsp:spPr>
        <a:xfrm>
          <a:off x="52" y="5675685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Freguesia</a:t>
          </a:r>
        </a:p>
      </dsp:txBody>
      <dsp:txXfrm>
        <a:off x="30557" y="5706190"/>
        <a:ext cx="1614503" cy="980523"/>
      </dsp:txXfrm>
    </dsp:sp>
    <dsp:sp modelId="{3163C9EE-FB2E-45B4-807A-220B3E597ABA}">
      <dsp:nvSpPr>
        <dsp:cNvPr id="0" name=""/>
        <dsp:cNvSpPr/>
      </dsp:nvSpPr>
      <dsp:spPr>
        <a:xfrm>
          <a:off x="1957051" y="1081"/>
          <a:ext cx="8799795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Portugal</a:t>
          </a:r>
        </a:p>
      </dsp:txBody>
      <dsp:txXfrm>
        <a:off x="1987556" y="31586"/>
        <a:ext cx="8738785" cy="980523"/>
      </dsp:txXfrm>
    </dsp:sp>
    <dsp:sp modelId="{02A631A8-A0E5-43C2-A1B3-E61A5918EABD}">
      <dsp:nvSpPr>
        <dsp:cNvPr id="0" name=""/>
        <dsp:cNvSpPr/>
      </dsp:nvSpPr>
      <dsp:spPr>
        <a:xfrm>
          <a:off x="1957051" y="1136002"/>
          <a:ext cx="5167282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Portugal Continental</a:t>
          </a:r>
        </a:p>
      </dsp:txBody>
      <dsp:txXfrm>
        <a:off x="1987556" y="1166507"/>
        <a:ext cx="5106272" cy="980523"/>
      </dsp:txXfrm>
    </dsp:sp>
    <dsp:sp modelId="{34560FA7-075A-4655-88F0-EAEA7647884A}">
      <dsp:nvSpPr>
        <dsp:cNvPr id="0" name=""/>
        <dsp:cNvSpPr/>
      </dsp:nvSpPr>
      <dsp:spPr>
        <a:xfrm>
          <a:off x="1957051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Oeste e Vale do Tejo</a:t>
          </a:r>
        </a:p>
      </dsp:txBody>
      <dsp:txXfrm>
        <a:off x="1987556" y="2301427"/>
        <a:ext cx="1614503" cy="980523"/>
      </dsp:txXfrm>
    </dsp:sp>
    <dsp:sp modelId="{FD5FA520-0A4B-445F-9E64-75EF7FF2948A}">
      <dsp:nvSpPr>
        <dsp:cNvPr id="0" name=""/>
        <dsp:cNvSpPr/>
      </dsp:nvSpPr>
      <dsp:spPr>
        <a:xfrm>
          <a:off x="1957051" y="3405843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Lezíria do Tejo</a:t>
          </a:r>
        </a:p>
      </dsp:txBody>
      <dsp:txXfrm>
        <a:off x="1987556" y="3436348"/>
        <a:ext cx="1614503" cy="980523"/>
      </dsp:txXfrm>
    </dsp:sp>
    <dsp:sp modelId="{A8B71DF0-3157-4934-95B7-DF8B82E4D659}">
      <dsp:nvSpPr>
        <dsp:cNvPr id="0" name=""/>
        <dsp:cNvSpPr/>
      </dsp:nvSpPr>
      <dsp:spPr>
        <a:xfrm>
          <a:off x="1957051" y="4540764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0" i="0" kern="1200" dirty="0"/>
            <a:t>Almeirim</a:t>
          </a:r>
          <a:endParaRPr lang="pt-PT" sz="1800" b="0" kern="1200" dirty="0"/>
        </a:p>
      </dsp:txBody>
      <dsp:txXfrm>
        <a:off x="1987556" y="4571269"/>
        <a:ext cx="1614503" cy="980523"/>
      </dsp:txXfrm>
    </dsp:sp>
    <dsp:sp modelId="{8B5E18E8-E5C8-4E77-8DE5-939B4016EB9E}">
      <dsp:nvSpPr>
        <dsp:cNvPr id="0" name=""/>
        <dsp:cNvSpPr/>
      </dsp:nvSpPr>
      <dsp:spPr>
        <a:xfrm>
          <a:off x="1957051" y="5675685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b="0" i="0" kern="1200" dirty="0"/>
            <a:t>Fazendas de Almeirim</a:t>
          </a:r>
          <a:endParaRPr lang="pt-PT" sz="1800" kern="1200" dirty="0"/>
        </a:p>
      </dsp:txBody>
      <dsp:txXfrm>
        <a:off x="1987556" y="5706190"/>
        <a:ext cx="1614503" cy="980523"/>
      </dsp:txXfrm>
    </dsp:sp>
    <dsp:sp modelId="{370F6B30-D089-4146-89BF-8A40E61313A2}">
      <dsp:nvSpPr>
        <dsp:cNvPr id="0" name=""/>
        <dsp:cNvSpPr/>
      </dsp:nvSpPr>
      <dsp:spPr>
        <a:xfrm>
          <a:off x="3702936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Grande Lisboa</a:t>
          </a:r>
        </a:p>
      </dsp:txBody>
      <dsp:txXfrm>
        <a:off x="3733441" y="2301427"/>
        <a:ext cx="1614503" cy="980523"/>
      </dsp:txXfrm>
    </dsp:sp>
    <dsp:sp modelId="{E620ED97-06E6-46B4-AF10-EA62BF6E5F4A}">
      <dsp:nvSpPr>
        <dsp:cNvPr id="0" name=""/>
        <dsp:cNvSpPr/>
      </dsp:nvSpPr>
      <dsp:spPr>
        <a:xfrm>
          <a:off x="3702936" y="3405843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3733441" y="3436348"/>
        <a:ext cx="1614503" cy="980523"/>
      </dsp:txXfrm>
    </dsp:sp>
    <dsp:sp modelId="{C2F74157-58D9-48B8-9E18-1B29ADBFDFCE}">
      <dsp:nvSpPr>
        <dsp:cNvPr id="0" name=""/>
        <dsp:cNvSpPr/>
      </dsp:nvSpPr>
      <dsp:spPr>
        <a:xfrm>
          <a:off x="5448821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5479326" y="2301427"/>
        <a:ext cx="1614503" cy="980523"/>
      </dsp:txXfrm>
    </dsp:sp>
    <dsp:sp modelId="{91F04C56-C7B6-4F67-A25D-895EB374B04E}">
      <dsp:nvSpPr>
        <dsp:cNvPr id="0" name=""/>
        <dsp:cNvSpPr/>
      </dsp:nvSpPr>
      <dsp:spPr>
        <a:xfrm>
          <a:off x="7265077" y="113600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Região Autónoma da Madeira</a:t>
          </a:r>
        </a:p>
      </dsp:txBody>
      <dsp:txXfrm>
        <a:off x="7295582" y="1166507"/>
        <a:ext cx="1614503" cy="980523"/>
      </dsp:txXfrm>
    </dsp:sp>
    <dsp:sp modelId="{07310538-3086-4136-8B1D-D110088E75A2}">
      <dsp:nvSpPr>
        <dsp:cNvPr id="0" name=""/>
        <dsp:cNvSpPr/>
      </dsp:nvSpPr>
      <dsp:spPr>
        <a:xfrm>
          <a:off x="7265077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7295582" y="2301427"/>
        <a:ext cx="1614503" cy="980523"/>
      </dsp:txXfrm>
    </dsp:sp>
    <dsp:sp modelId="{27C213B9-0192-4165-B7B5-7CBE6D3D0A77}">
      <dsp:nvSpPr>
        <dsp:cNvPr id="0" name=""/>
        <dsp:cNvSpPr/>
      </dsp:nvSpPr>
      <dsp:spPr>
        <a:xfrm>
          <a:off x="9081334" y="113600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Região Autónoma dos Açores</a:t>
          </a:r>
        </a:p>
      </dsp:txBody>
      <dsp:txXfrm>
        <a:off x="9111839" y="1166507"/>
        <a:ext cx="1614503" cy="980523"/>
      </dsp:txXfrm>
    </dsp:sp>
    <dsp:sp modelId="{9E329916-A165-48D7-A8F1-037F67F8853F}">
      <dsp:nvSpPr>
        <dsp:cNvPr id="0" name=""/>
        <dsp:cNvSpPr/>
      </dsp:nvSpPr>
      <dsp:spPr>
        <a:xfrm>
          <a:off x="9081334" y="2270922"/>
          <a:ext cx="1675513" cy="10415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 dirty="0"/>
            <a:t>…</a:t>
          </a:r>
        </a:p>
      </dsp:txBody>
      <dsp:txXfrm>
        <a:off x="9111839" y="2301427"/>
        <a:ext cx="1614503" cy="980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22204-511D-42DB-B769-E600439F120D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F9CC0-989A-4F43-8280-58B218C542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075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1797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3019-0948-C896-D18C-EB83915E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95899A0-2EB5-875C-5DE9-54F1AFFF4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B9A0ADD-0FFC-F0E1-353C-E0BCBDB63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CBDD064-8B02-FDC8-80D4-4406EE120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7554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681D-8733-36CF-D713-4444B62B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B014C6E-4995-906D-EA66-C4806DC02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D6F13B4-68DC-CBE5-1346-68A2FBF88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9FD662F-C27A-4BEE-AA66-A17C8682A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7277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4B0B-D78C-1193-DA9A-ED766C24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747D88F-2E9C-7330-294B-9AF6280D9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B502A12-23B4-6A85-ED9B-A6CA0A7CC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0B41218-C77F-E484-70BC-D4EA7A984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4319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A378-3F4B-1C7A-1A89-E35DC9F9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CEA3E72-ACD0-BBA4-3CE6-9466817E4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1AA687E-3B0A-99E8-4342-2235CBAB2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0BBB071-09F2-B910-424B-97A4F06F4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6244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DE2C-0C26-8F85-692A-44717868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6EC3593-DDAF-B630-4896-C34FE4E31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B470747-144A-2346-6AA6-89B844E0C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1261B07-F878-5FC5-3FA0-10C7D8C62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F9CC0-989A-4F43-8280-58B218C542C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6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804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023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18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626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058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266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843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0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242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552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038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E7115-E5A5-49CB-9497-9E6CDBEED4A9}" type="datetimeFigureOut">
              <a:rPr lang="pt-PT" smtClean="0"/>
              <a:t>20/07/2025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56A0A-6A49-4977-94E2-CA90F894957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697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jpe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5" Type="http://schemas.openxmlformats.org/officeDocument/2006/relationships/image" Target="../media/image24.jpeg"/><Relationship Id="rId10" Type="http://schemas.openxmlformats.org/officeDocument/2006/relationships/image" Target="../media/image15.png"/><Relationship Id="rId4" Type="http://schemas.openxmlformats.org/officeDocument/2006/relationships/image" Target="../media/image21.jpg"/><Relationship Id="rId9" Type="http://schemas.openxmlformats.org/officeDocument/2006/relationships/image" Target="../media/image13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A7F1F33F-2602-3AD2-2C80-A1C59D5BBB51}"/>
              </a:ext>
            </a:extLst>
          </p:cNvPr>
          <p:cNvSpPr/>
          <p:nvPr/>
        </p:nvSpPr>
        <p:spPr>
          <a:xfrm rot="18467609">
            <a:off x="4016664" y="-2879888"/>
            <a:ext cx="4260313" cy="16006392"/>
          </a:xfrm>
          <a:prstGeom prst="rect">
            <a:avLst/>
          </a:prstGeom>
          <a:gradFill>
            <a:gsLst>
              <a:gs pos="57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6EFEE49-6E89-2E4B-4519-71C6382997FC}"/>
              </a:ext>
            </a:extLst>
          </p:cNvPr>
          <p:cNvSpPr/>
          <p:nvPr/>
        </p:nvSpPr>
        <p:spPr>
          <a:xfrm>
            <a:off x="3857973" y="1249619"/>
            <a:ext cx="8943627" cy="248067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400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5400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48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3375746-8E74-BA1F-3BF7-42A1AF818B19}"/>
              </a:ext>
            </a:extLst>
          </p:cNvPr>
          <p:cNvGrpSpPr>
            <a:grpSpLocks noChangeAspect="1"/>
          </p:cNvGrpSpPr>
          <p:nvPr/>
        </p:nvGrpSpPr>
        <p:grpSpPr>
          <a:xfrm>
            <a:off x="324465" y="280983"/>
            <a:ext cx="3361684" cy="2160000"/>
            <a:chOff x="389886" y="1413364"/>
            <a:chExt cx="3007438" cy="1932385"/>
          </a:xfrm>
        </p:grpSpPr>
        <p:pic>
          <p:nvPicPr>
            <p:cNvPr id="7" name="Picture 2" descr="Earthquake - Free nature icons">
              <a:extLst>
                <a:ext uri="{FF2B5EF4-FFF2-40B4-BE49-F238E27FC236}">
                  <a16:creationId xmlns:a16="http://schemas.microsoft.com/office/drawing/2014/main" id="{323CCC61-9249-59C1-271B-4384B55E35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86" y="1413364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5BDE5D01-7A7E-8D00-6D12-95FA6782CD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05" y="2445749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5872573-77F2-C329-6461-5EEF8ED66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886" y="2445749"/>
              <a:ext cx="900000" cy="900000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56037C9B-E9C7-C867-5116-7B1809C0A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3605" y="1413364"/>
              <a:ext cx="900000" cy="90000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EE1ECFFA-D476-FEE5-3C65-8175DA1FF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7324" y="2445749"/>
              <a:ext cx="900000" cy="900000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5DBCCF97-7F0C-F9E8-9951-0CF5B0C04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7324" y="1413364"/>
              <a:ext cx="900000" cy="900000"/>
            </a:xfrm>
            <a:prstGeom prst="rect">
              <a:avLst/>
            </a:prstGeom>
          </p:spPr>
        </p:pic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224B31FA-49F2-3042-55FE-08144DF95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06" y="3278582"/>
            <a:ext cx="1260000" cy="126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AD89E3E-49D2-CBB7-961C-4DBF46C3EC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2640" y="8237475"/>
            <a:ext cx="1080000" cy="10800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97117735-084E-F743-D845-2C661AE62713}"/>
              </a:ext>
            </a:extLst>
          </p:cNvPr>
          <p:cNvSpPr/>
          <p:nvPr/>
        </p:nvSpPr>
        <p:spPr>
          <a:xfrm>
            <a:off x="533400" y="2443566"/>
            <a:ext cx="3592873" cy="1465016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Durante uma catástrofe, há quem precise de abrigo</a:t>
            </a:r>
          </a:p>
        </p:txBody>
      </p: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9BAC1648-4AED-C427-5A3F-AFB585C25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2" y="8287748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2A07FC5-7D5C-2862-F13C-F44220DDD7AB}"/>
              </a:ext>
            </a:extLst>
          </p:cNvPr>
          <p:cNvGrpSpPr>
            <a:grpSpLocks noChangeAspect="1"/>
          </p:cNvGrpSpPr>
          <p:nvPr/>
        </p:nvGrpSpPr>
        <p:grpSpPr>
          <a:xfrm>
            <a:off x="50691" y="5360218"/>
            <a:ext cx="2588579" cy="1800000"/>
            <a:chOff x="1330476" y="6556362"/>
            <a:chExt cx="3939831" cy="2739602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36CB3417-7E20-9E20-A47D-DE4F19088A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6695181"/>
              <a:ext cx="3259940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24848537-B4DD-7B3D-18AB-56CA24920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300477"/>
              <a:ext cx="1800371" cy="1350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C14F5D82-FCAE-7B13-5A19-D27F4AF40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294212"/>
              <a:ext cx="1587507" cy="66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EEFFE87D-E7C6-193D-CFFC-C7E218DC0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BB691EC5-F473-6556-AEBD-1AE20EEB2805}"/>
              </a:ext>
            </a:extLst>
          </p:cNvPr>
          <p:cNvSpPr>
            <a:spLocks noChangeAspect="1"/>
          </p:cNvSpPr>
          <p:nvPr/>
        </p:nvSpPr>
        <p:spPr>
          <a:xfrm>
            <a:off x="20767" y="8166228"/>
            <a:ext cx="1408021" cy="13834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140137D3-85F3-0F77-9F2D-E5567A781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164" y="7477700"/>
            <a:ext cx="1854551" cy="103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F99521B3-0DD1-1BD2-FEA0-5421F76910AD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86091-3CEC-42F7-3078-D2C05F1D9795}"/>
              </a:ext>
            </a:extLst>
          </p:cNvPr>
          <p:cNvGrpSpPr>
            <a:grpSpLocks noChangeAspect="1"/>
          </p:cNvGrpSpPr>
          <p:nvPr/>
        </p:nvGrpSpPr>
        <p:grpSpPr>
          <a:xfrm>
            <a:off x="4986801" y="5104454"/>
            <a:ext cx="2165810" cy="1446258"/>
            <a:chOff x="-1348" y="11748431"/>
            <a:chExt cx="3255379" cy="2177787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FFD05DBB-1358-3999-8DDA-573953DF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543507" y="12118319"/>
              <a:ext cx="1512000" cy="1512000"/>
            </a:xfrm>
            <a:prstGeom prst="rect">
              <a:avLst/>
            </a:prstGeom>
          </p:spPr>
        </p:pic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A98C984E-61B4-5DFD-0719-94A52E1DB9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348" y="11748431"/>
              <a:ext cx="3255379" cy="2177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7893AE42-D770-1EE4-A0EB-6648321B6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918" y="11831868"/>
              <a:ext cx="722325" cy="1053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1" name="Imagem 80">
            <a:extLst>
              <a:ext uri="{FF2B5EF4-FFF2-40B4-BE49-F238E27FC236}">
                <a16:creationId xmlns:a16="http://schemas.microsoft.com/office/drawing/2014/main" id="{6AA5B528-146A-8208-4AD2-20D9C566E5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7482493" y="5310157"/>
            <a:ext cx="1034851" cy="103485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1D1E1FC-C4D7-0FD5-E82B-37DDBEAED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795" y="-124537"/>
            <a:ext cx="4293190" cy="161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icon - Free download on Iconfinder">
            <a:extLst>
              <a:ext uri="{FF2B5EF4-FFF2-40B4-BE49-F238E27FC236}">
                <a16:creationId xmlns:a16="http://schemas.microsoft.com/office/drawing/2014/main" id="{BC06617F-6725-561A-CC54-5AF55E2A1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692" y="5964813"/>
            <a:ext cx="480289" cy="48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981D261-789A-D8BC-0D57-EF8B6D2BBE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9888" y="8237475"/>
            <a:ext cx="1080000" cy="108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FA928C1-CA31-6255-3BCE-4D044F5BFF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2640" y="6987737"/>
            <a:ext cx="1080000" cy="1080000"/>
          </a:xfrm>
          <a:prstGeom prst="rect">
            <a:avLst/>
          </a:prstGeom>
        </p:spPr>
      </p:pic>
      <p:grpSp>
        <p:nvGrpSpPr>
          <p:cNvPr id="54" name="Agrupar 53">
            <a:extLst>
              <a:ext uri="{FF2B5EF4-FFF2-40B4-BE49-F238E27FC236}">
                <a16:creationId xmlns:a16="http://schemas.microsoft.com/office/drawing/2014/main" id="{7E2D96DE-2100-F7BA-A821-BBE204C1A35F}"/>
              </a:ext>
            </a:extLst>
          </p:cNvPr>
          <p:cNvGrpSpPr>
            <a:grpSpLocks noChangeAspect="1"/>
          </p:cNvGrpSpPr>
          <p:nvPr/>
        </p:nvGrpSpPr>
        <p:grpSpPr>
          <a:xfrm>
            <a:off x="6290457" y="6896827"/>
            <a:ext cx="2165810" cy="1446258"/>
            <a:chOff x="-1348" y="11748431"/>
            <a:chExt cx="3255379" cy="2177787"/>
          </a:xfrm>
        </p:grpSpPr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B6400EEE-9457-F714-A65C-1DFBCCC5D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543507" y="12118319"/>
              <a:ext cx="1512000" cy="1512000"/>
            </a:xfrm>
            <a:prstGeom prst="rect">
              <a:avLst/>
            </a:prstGeom>
          </p:spPr>
        </p:pic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EC4A1D1C-C753-6C1F-4BD5-90B2BD0A3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348" y="11748431"/>
              <a:ext cx="3255379" cy="21777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7" name="Picture 8" descr="Brand">
              <a:extLst>
                <a:ext uri="{FF2B5EF4-FFF2-40B4-BE49-F238E27FC236}">
                  <a16:creationId xmlns:a16="http://schemas.microsoft.com/office/drawing/2014/main" id="{B2D66119-FBDF-37D0-620B-36668487A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918" y="11831868"/>
              <a:ext cx="722325" cy="1053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8" name="Picture 4" descr="Database icon - Free download on Iconfinder">
            <a:extLst>
              <a:ext uri="{FF2B5EF4-FFF2-40B4-BE49-F238E27FC236}">
                <a16:creationId xmlns:a16="http://schemas.microsoft.com/office/drawing/2014/main" id="{19716A6D-E24D-24D3-B66B-D4EDAFC37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48" y="7757186"/>
            <a:ext cx="480289" cy="48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4B076B65-1091-415D-739D-0C2490343DC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8570740" y="7070970"/>
            <a:ext cx="1034851" cy="1034851"/>
          </a:xfrm>
          <a:prstGeom prst="rect">
            <a:avLst/>
          </a:prstGeom>
        </p:spPr>
      </p:pic>
      <p:cxnSp>
        <p:nvCxnSpPr>
          <p:cNvPr id="62" name="Conexão: Ângulo Reto 61">
            <a:extLst>
              <a:ext uri="{FF2B5EF4-FFF2-40B4-BE49-F238E27FC236}">
                <a16:creationId xmlns:a16="http://schemas.microsoft.com/office/drawing/2014/main" id="{26C29BA4-B0A6-0BC8-F7B7-A4AE878F5BFB}"/>
              </a:ext>
            </a:extLst>
          </p:cNvPr>
          <p:cNvCxnSpPr>
            <a:cxnSpLocks/>
            <a:stCxn id="49" idx="3"/>
            <a:endCxn id="58" idx="1"/>
          </p:cNvCxnSpPr>
          <p:nvPr/>
        </p:nvCxnSpPr>
        <p:spPr>
          <a:xfrm>
            <a:off x="4899715" y="7992853"/>
            <a:ext cx="1664633" cy="447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xão: Ângulo Reto 64">
            <a:extLst>
              <a:ext uri="{FF2B5EF4-FFF2-40B4-BE49-F238E27FC236}">
                <a16:creationId xmlns:a16="http://schemas.microsoft.com/office/drawing/2014/main" id="{EF458483-6AE8-71A5-AF32-908B0EBBE985}"/>
              </a:ext>
            </a:extLst>
          </p:cNvPr>
          <p:cNvCxnSpPr>
            <a:cxnSpLocks/>
            <a:stCxn id="1028" idx="1"/>
            <a:endCxn id="49" idx="0"/>
          </p:cNvCxnSpPr>
          <p:nvPr/>
        </p:nvCxnSpPr>
        <p:spPr>
          <a:xfrm rot="10800000" flipV="1">
            <a:off x="3972440" y="6204958"/>
            <a:ext cx="1288252" cy="1272742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4" descr="Sem wi-fi - ícones de computador grátis">
            <a:extLst>
              <a:ext uri="{FF2B5EF4-FFF2-40B4-BE49-F238E27FC236}">
                <a16:creationId xmlns:a16="http://schemas.microsoft.com/office/drawing/2014/main" id="{E7CF9AD6-C20A-ED0A-84F2-C2EFAD7F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556" y="5941305"/>
            <a:ext cx="527304" cy="52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tângulo 68">
            <a:extLst>
              <a:ext uri="{FF2B5EF4-FFF2-40B4-BE49-F238E27FC236}">
                <a16:creationId xmlns:a16="http://schemas.microsoft.com/office/drawing/2014/main" id="{E3E95561-9111-1CBC-53E2-9F74B135FFA2}"/>
              </a:ext>
            </a:extLst>
          </p:cNvPr>
          <p:cNvSpPr/>
          <p:nvPr/>
        </p:nvSpPr>
        <p:spPr>
          <a:xfrm>
            <a:off x="5224096" y="6430635"/>
            <a:ext cx="3592873" cy="603242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Registo de utentes</a:t>
            </a:r>
          </a:p>
        </p:txBody>
      </p:sp>
      <p:cxnSp>
        <p:nvCxnSpPr>
          <p:cNvPr id="70" name="Conexão: Ângulo Reto 69">
            <a:extLst>
              <a:ext uri="{FF2B5EF4-FFF2-40B4-BE49-F238E27FC236}">
                <a16:creationId xmlns:a16="http://schemas.microsoft.com/office/drawing/2014/main" id="{29206DD3-C9CB-EE68-0C8D-70B2DDA8C504}"/>
              </a:ext>
            </a:extLst>
          </p:cNvPr>
          <p:cNvCxnSpPr>
            <a:cxnSpLocks/>
            <a:stCxn id="49" idx="1"/>
            <a:endCxn id="43" idx="3"/>
          </p:cNvCxnSpPr>
          <p:nvPr/>
        </p:nvCxnSpPr>
        <p:spPr>
          <a:xfrm rot="10800000">
            <a:off x="2639270" y="6260219"/>
            <a:ext cx="405894" cy="173263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xão: Ângulo Reto 76">
            <a:extLst>
              <a:ext uri="{FF2B5EF4-FFF2-40B4-BE49-F238E27FC236}">
                <a16:creationId xmlns:a16="http://schemas.microsoft.com/office/drawing/2014/main" id="{AADFF7DD-6552-6D72-981D-B9F72AEDC275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rot="5400000" flipH="1" flipV="1">
            <a:off x="531874" y="7353122"/>
            <a:ext cx="1006010" cy="62020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AB91F7D-902A-37E6-7F3A-629726668CD9}"/>
              </a:ext>
            </a:extLst>
          </p:cNvPr>
          <p:cNvSpPr/>
          <p:nvPr/>
        </p:nvSpPr>
        <p:spPr>
          <a:xfrm>
            <a:off x="10898140" y="7935854"/>
            <a:ext cx="1249001" cy="603242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A4312F-7319-C834-BB52-71770A5C5066}"/>
              </a:ext>
            </a:extLst>
          </p:cNvPr>
          <p:cNvSpPr/>
          <p:nvPr/>
        </p:nvSpPr>
        <p:spPr>
          <a:xfrm>
            <a:off x="1711594" y="8933241"/>
            <a:ext cx="5984606" cy="726353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r>
              <a:rPr lang="pt-PT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Autores:</a:t>
            </a:r>
            <a:r>
              <a:rPr lang="pt-PT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Luis Alves, Gonçalo Dimas</a:t>
            </a:r>
          </a:p>
          <a:p>
            <a:r>
              <a:rPr lang="pt-PT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Orientadores:</a:t>
            </a:r>
            <a:r>
              <a:rPr lang="pt-PT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Prof. Artur Ferreira, Prof. André Lourenço</a:t>
            </a:r>
          </a:p>
        </p:txBody>
      </p:sp>
    </p:spTree>
    <p:extLst>
      <p:ext uri="{BB962C8B-B14F-4D97-AF65-F5344CB8AC3E}">
        <p14:creationId xmlns:p14="http://schemas.microsoft.com/office/powerpoint/2010/main" val="325061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74B6-8368-1BC6-8268-8D0F0F41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E643B792-FCE8-3DA9-E8F8-DDB1DB0A1B60}"/>
              </a:ext>
            </a:extLst>
          </p:cNvPr>
          <p:cNvSpPr/>
          <p:nvPr/>
        </p:nvSpPr>
        <p:spPr>
          <a:xfrm rot="18467609">
            <a:off x="4026932" y="-2858933"/>
            <a:ext cx="4207277" cy="16006392"/>
          </a:xfrm>
          <a:prstGeom prst="rect">
            <a:avLst/>
          </a:prstGeom>
          <a:gradFill>
            <a:gsLst>
              <a:gs pos="57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D0E90F-E7D6-DCD8-F470-E15968A2D3A9}"/>
              </a:ext>
            </a:extLst>
          </p:cNvPr>
          <p:cNvSpPr/>
          <p:nvPr/>
        </p:nvSpPr>
        <p:spPr>
          <a:xfrm>
            <a:off x="2936383" y="22541"/>
            <a:ext cx="6947248" cy="131112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400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5400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2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  <a:endParaRPr lang="pt-PT" sz="28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C5E3F15-FC81-CFDD-5A2C-C8E9DE650583}"/>
              </a:ext>
            </a:extLst>
          </p:cNvPr>
          <p:cNvGrpSpPr>
            <a:grpSpLocks noChangeAspect="1"/>
          </p:cNvGrpSpPr>
          <p:nvPr/>
        </p:nvGrpSpPr>
        <p:grpSpPr>
          <a:xfrm>
            <a:off x="324465" y="280983"/>
            <a:ext cx="3361684" cy="2160000"/>
            <a:chOff x="389886" y="1413364"/>
            <a:chExt cx="3007438" cy="1932385"/>
          </a:xfrm>
        </p:grpSpPr>
        <p:pic>
          <p:nvPicPr>
            <p:cNvPr id="7" name="Picture 2" descr="Earthquake - Free nature icons">
              <a:extLst>
                <a:ext uri="{FF2B5EF4-FFF2-40B4-BE49-F238E27FC236}">
                  <a16:creationId xmlns:a16="http://schemas.microsoft.com/office/drawing/2014/main" id="{B45A9149-EE90-65DC-CE72-FE8898AAC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86" y="1413364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AD2BCBE8-77A1-CF1E-392B-A94D1D7C3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05" y="2445749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2BE4FD3-9552-951F-83D2-780D068A1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886" y="2445749"/>
              <a:ext cx="900000" cy="900000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863A231-DCB0-5E78-F3BC-F172DE312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3605" y="1413364"/>
              <a:ext cx="900000" cy="90000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BB1A09C9-1899-64A0-288F-B4BC84FBE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7324" y="2445749"/>
              <a:ext cx="900000" cy="900000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97F17375-A8E5-749C-BD87-207DDAEFE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7324" y="1413364"/>
              <a:ext cx="900000" cy="900000"/>
            </a:xfrm>
            <a:prstGeom prst="rect">
              <a:avLst/>
            </a:prstGeom>
          </p:spPr>
        </p:pic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865B150B-933D-204B-631E-B20CA51922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591" y="3299189"/>
            <a:ext cx="1260000" cy="126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E7DEE5E1-E727-D4EE-ADEB-FE951AA466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75240" y="8586786"/>
            <a:ext cx="900000" cy="9000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FD4F12D5-BA77-6CF1-092D-4702BDE6E407}"/>
              </a:ext>
            </a:extLst>
          </p:cNvPr>
          <p:cNvSpPr/>
          <p:nvPr/>
        </p:nvSpPr>
        <p:spPr>
          <a:xfrm>
            <a:off x="533400" y="2443566"/>
            <a:ext cx="3592873" cy="1280351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Durante uma catástrofe, há quem precise de abrigo</a:t>
            </a:r>
          </a:p>
        </p:txBody>
      </p: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0DEC6F36-E9B9-65C0-1AF9-509964B18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2" y="8287748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46AB186-DF33-0303-962A-3298B4578423}"/>
              </a:ext>
            </a:extLst>
          </p:cNvPr>
          <p:cNvGrpSpPr>
            <a:grpSpLocks noChangeAspect="1"/>
          </p:cNvGrpSpPr>
          <p:nvPr/>
        </p:nvGrpSpPr>
        <p:grpSpPr>
          <a:xfrm>
            <a:off x="50691" y="5360218"/>
            <a:ext cx="2588579" cy="1800000"/>
            <a:chOff x="1330476" y="6556362"/>
            <a:chExt cx="3939831" cy="2739602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98130F82-0255-37E9-E299-8EF95AAB5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6695181"/>
              <a:ext cx="3259940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DE16241E-90B7-FD5B-A96A-4B9D57C72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300477"/>
              <a:ext cx="1800371" cy="1350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FB47DB45-E073-2300-063E-7DA0AE45A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294212"/>
              <a:ext cx="1587507" cy="66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74942822-C468-6E2B-8854-CFE390FE5B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741AE446-41BA-55B8-9029-B0241BAF55E7}"/>
              </a:ext>
            </a:extLst>
          </p:cNvPr>
          <p:cNvSpPr>
            <a:spLocks noChangeAspect="1"/>
          </p:cNvSpPr>
          <p:nvPr/>
        </p:nvSpPr>
        <p:spPr>
          <a:xfrm>
            <a:off x="20767" y="8166228"/>
            <a:ext cx="1408021" cy="13834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57834FB8-529E-556C-9346-C399AA7FA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040" y="7320997"/>
            <a:ext cx="1854551" cy="103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5B67453C-A53D-7037-96CE-3DCF4D329B13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4C9B79F3-B052-1CC1-BE53-97674DEBEE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8373808" y="5155471"/>
            <a:ext cx="1034851" cy="103485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729812-277E-F251-4477-A0E7524E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45" y="-311652"/>
            <a:ext cx="4293190" cy="161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1BCDE93-367D-08F5-3856-5C7B60D3DE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9841" y="8586786"/>
            <a:ext cx="900000" cy="90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AF74DB4-386A-0E69-2F21-2E547C80D1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9841" y="8586786"/>
            <a:ext cx="900000" cy="90000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1079A844-7603-4F1F-4D93-5179B57F978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9462055" y="6916284"/>
            <a:ext cx="1034851" cy="1034851"/>
          </a:xfrm>
          <a:prstGeom prst="rect">
            <a:avLst/>
          </a:prstGeom>
        </p:spPr>
      </p:pic>
      <p:cxnSp>
        <p:nvCxnSpPr>
          <p:cNvPr id="65" name="Conexão: Ângulo Reto 64">
            <a:extLst>
              <a:ext uri="{FF2B5EF4-FFF2-40B4-BE49-F238E27FC236}">
                <a16:creationId xmlns:a16="http://schemas.microsoft.com/office/drawing/2014/main" id="{8E28ACB0-BC01-FDB9-4824-F8FAEA2648E3}"/>
              </a:ext>
            </a:extLst>
          </p:cNvPr>
          <p:cNvCxnSpPr>
            <a:cxnSpLocks/>
            <a:stCxn id="1028" idx="1"/>
            <a:endCxn id="49" idx="0"/>
          </p:cNvCxnSpPr>
          <p:nvPr/>
        </p:nvCxnSpPr>
        <p:spPr>
          <a:xfrm rot="10800000" flipV="1">
            <a:off x="4006317" y="6050271"/>
            <a:ext cx="2005991" cy="1270725"/>
          </a:xfrm>
          <a:prstGeom prst="bentConnector2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7" name="Picture 4" descr="Sem wi-fi - ícones de computador grátis">
            <a:extLst>
              <a:ext uri="{FF2B5EF4-FFF2-40B4-BE49-F238E27FC236}">
                <a16:creationId xmlns:a16="http://schemas.microsoft.com/office/drawing/2014/main" id="{0B33DE64-C1E2-5E30-353F-CBCB76695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471" y="5786619"/>
            <a:ext cx="527304" cy="52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0" name="Conexão: Ângulo Reto 69">
            <a:extLst>
              <a:ext uri="{FF2B5EF4-FFF2-40B4-BE49-F238E27FC236}">
                <a16:creationId xmlns:a16="http://schemas.microsoft.com/office/drawing/2014/main" id="{F9A7A067-406D-6F98-EB7F-2FFDF7B0A193}"/>
              </a:ext>
            </a:extLst>
          </p:cNvPr>
          <p:cNvCxnSpPr>
            <a:cxnSpLocks/>
            <a:stCxn id="49" idx="1"/>
            <a:endCxn id="43" idx="3"/>
          </p:cNvCxnSpPr>
          <p:nvPr/>
        </p:nvCxnSpPr>
        <p:spPr>
          <a:xfrm rot="10800000">
            <a:off x="2639270" y="6260218"/>
            <a:ext cx="439770" cy="15759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F5A5F829-4DDA-5D59-EB25-27A4B09F4109}"/>
              </a:ext>
            </a:extLst>
          </p:cNvPr>
          <p:cNvSpPr/>
          <p:nvPr/>
        </p:nvSpPr>
        <p:spPr>
          <a:xfrm>
            <a:off x="8854385" y="8996376"/>
            <a:ext cx="1249001" cy="603242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4EA2A5-6704-CEA4-B556-DD93CECA50E1}"/>
              </a:ext>
            </a:extLst>
          </p:cNvPr>
          <p:cNvSpPr/>
          <p:nvPr/>
        </p:nvSpPr>
        <p:spPr>
          <a:xfrm>
            <a:off x="1616563" y="8753484"/>
            <a:ext cx="6071938" cy="941796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r>
              <a:rPr lang="pt-PT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Disciplina: </a:t>
            </a:r>
            <a:r>
              <a:rPr lang="pt-P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 e Seminário – Semestre Verão 2024/25</a:t>
            </a:r>
            <a:endParaRPr lang="pt-PT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pt-PT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Autores:</a:t>
            </a:r>
            <a:r>
              <a:rPr lang="pt-P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Luis Alves, Gonçalo Dimas</a:t>
            </a:r>
          </a:p>
          <a:p>
            <a:r>
              <a:rPr lang="pt-PT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Orientadores:</a:t>
            </a:r>
            <a:r>
              <a:rPr lang="pt-P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Prof. Artur Ferreira, Prof. André Lourenço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B85758-DBD1-60B2-6349-ED28F4253D37}"/>
              </a:ext>
            </a:extLst>
          </p:cNvPr>
          <p:cNvSpPr txBox="1"/>
          <p:nvPr/>
        </p:nvSpPr>
        <p:spPr>
          <a:xfrm>
            <a:off x="5460642" y="1530524"/>
            <a:ext cx="7340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Sistema integrado de gestão de</a:t>
            </a:r>
          </a:p>
          <a:p>
            <a:pPr algn="ctr"/>
            <a:r>
              <a:rPr lang="pt-PT" sz="2000" b="1" u="sng" dirty="0"/>
              <a:t>Z</a:t>
            </a:r>
            <a:r>
              <a:rPr lang="pt-PT" sz="2000" u="sng" dirty="0"/>
              <a:t>onas de </a:t>
            </a:r>
            <a:r>
              <a:rPr lang="pt-PT" sz="2000" b="1" u="sng" dirty="0"/>
              <a:t>C</a:t>
            </a:r>
            <a:r>
              <a:rPr lang="pt-PT" sz="2000" u="sng" dirty="0"/>
              <a:t>oncentração e </a:t>
            </a:r>
            <a:r>
              <a:rPr lang="pt-PT" sz="2000" b="1" u="sng" dirty="0"/>
              <a:t>A</a:t>
            </a:r>
            <a:r>
              <a:rPr lang="pt-PT" sz="2000" u="sng" dirty="0"/>
              <a:t>poio à </a:t>
            </a:r>
            <a:r>
              <a:rPr lang="pt-PT" sz="2000" b="1" u="sng" dirty="0"/>
              <a:t>P</a:t>
            </a:r>
            <a:r>
              <a:rPr lang="pt-PT" sz="2000" u="sng" dirty="0"/>
              <a:t>opulação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C6D1D7-D68B-3AAD-10AC-E55A6DF844B7}"/>
              </a:ext>
            </a:extLst>
          </p:cNvPr>
          <p:cNvSpPr txBox="1"/>
          <p:nvPr/>
        </p:nvSpPr>
        <p:spPr>
          <a:xfrm>
            <a:off x="6472695" y="2394423"/>
            <a:ext cx="589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Gestão de edifícios de apoio (ZCAP)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47A261B-78C4-7564-C19C-0C9F2B4CE60C}"/>
              </a:ext>
            </a:extLst>
          </p:cNvPr>
          <p:cNvSpPr txBox="1"/>
          <p:nvPr/>
        </p:nvSpPr>
        <p:spPr>
          <a:xfrm>
            <a:off x="6905408" y="2809465"/>
            <a:ext cx="589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Ativação em situação de catástrofe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380378-F3CD-F11B-C4E9-C446F9300EA4}"/>
              </a:ext>
            </a:extLst>
          </p:cNvPr>
          <p:cNvSpPr txBox="1"/>
          <p:nvPr/>
        </p:nvSpPr>
        <p:spPr>
          <a:xfrm>
            <a:off x="7482493" y="3258704"/>
            <a:ext cx="558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Registo e abrigo de utentes com necessidades de apoio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9FF94DE-B477-CFAD-26FB-0B98043FA4CD}"/>
              </a:ext>
            </a:extLst>
          </p:cNvPr>
          <p:cNvSpPr txBox="1"/>
          <p:nvPr/>
        </p:nvSpPr>
        <p:spPr>
          <a:xfrm>
            <a:off x="8407216" y="3942128"/>
            <a:ext cx="439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Modo de funcionamento autónomo (offline-</a:t>
            </a:r>
            <a:r>
              <a:rPr lang="pt-PT" dirty="0" err="1"/>
              <a:t>first</a:t>
            </a:r>
            <a:r>
              <a:rPr lang="pt-PT" dirty="0"/>
              <a:t>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CF427CA-4BD9-5A28-6585-017BD27A6065}"/>
              </a:ext>
            </a:extLst>
          </p:cNvPr>
          <p:cNvSpPr txBox="1"/>
          <p:nvPr/>
        </p:nvSpPr>
        <p:spPr>
          <a:xfrm>
            <a:off x="9281348" y="4673328"/>
            <a:ext cx="4104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Sincronização após restauro da conectividade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87D4E70B-0458-EB57-5471-89BFA80E9600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724778" y="7182507"/>
            <a:ext cx="0" cy="9837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 33">
            <a:extLst>
              <a:ext uri="{FF2B5EF4-FFF2-40B4-BE49-F238E27FC236}">
                <a16:creationId xmlns:a16="http://schemas.microsoft.com/office/drawing/2014/main" id="{8D755799-31E7-D688-9E5C-CED06BE65BBD}"/>
              </a:ext>
            </a:extLst>
          </p:cNvPr>
          <p:cNvSpPr/>
          <p:nvPr/>
        </p:nvSpPr>
        <p:spPr>
          <a:xfrm rot="2280000">
            <a:off x="1139609" y="6759046"/>
            <a:ext cx="8535792" cy="541687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Registo do incidente, espaços utilizados e pessoas apoiadas</a:t>
            </a:r>
          </a:p>
        </p:txBody>
      </p:sp>
      <p:cxnSp>
        <p:nvCxnSpPr>
          <p:cNvPr id="44" name="Conexão reta unidirecional 43">
            <a:extLst>
              <a:ext uri="{FF2B5EF4-FFF2-40B4-BE49-F238E27FC236}">
                <a16:creationId xmlns:a16="http://schemas.microsoft.com/office/drawing/2014/main" id="{5FC73BAC-6072-3239-2AFE-62A1B72E2EA6}"/>
              </a:ext>
            </a:extLst>
          </p:cNvPr>
          <p:cNvCxnSpPr>
            <a:cxnSpLocks/>
            <a:stCxn id="49" idx="3"/>
            <a:endCxn id="73" idx="1"/>
          </p:cNvCxnSpPr>
          <p:nvPr/>
        </p:nvCxnSpPr>
        <p:spPr>
          <a:xfrm flipV="1">
            <a:off x="4933591" y="7804194"/>
            <a:ext cx="2464752" cy="319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010D781A-C732-50A0-166E-FCD41A3DA418}"/>
              </a:ext>
            </a:extLst>
          </p:cNvPr>
          <p:cNvGrpSpPr/>
          <p:nvPr/>
        </p:nvGrpSpPr>
        <p:grpSpPr>
          <a:xfrm>
            <a:off x="5563591" y="4885156"/>
            <a:ext cx="2480335" cy="1510870"/>
            <a:chOff x="5563591" y="4885156"/>
            <a:chExt cx="2480335" cy="1510870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A12C46B5-4204-4699-CE2F-1F6729896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905911" y="5195409"/>
              <a:ext cx="1005937" cy="1004112"/>
            </a:xfrm>
            <a:prstGeom prst="rect">
              <a:avLst/>
            </a:prstGeom>
          </p:spPr>
        </p:pic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9DDCD3F7-774F-A5B4-049E-2B06141F2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63591" y="4949768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87490074-7EB9-04A9-D47E-D59737DEC2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1832" y="5030578"/>
              <a:ext cx="480564" cy="699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Database icon - Free download on Iconfinder">
              <a:extLst>
                <a:ext uri="{FF2B5EF4-FFF2-40B4-BE49-F238E27FC236}">
                  <a16:creationId xmlns:a16="http://schemas.microsoft.com/office/drawing/2014/main" id="{B9DE51CD-1C46-DA3A-3412-7B5D08A8EF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307" y="5810127"/>
              <a:ext cx="480289" cy="480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Windows Logo PNGs for Free Download">
              <a:extLst>
                <a:ext uri="{FF2B5EF4-FFF2-40B4-BE49-F238E27FC236}">
                  <a16:creationId xmlns:a16="http://schemas.microsoft.com/office/drawing/2014/main" id="{87F71EEC-E133-330D-DD57-C24962DE9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465" y="4885156"/>
              <a:ext cx="1004242" cy="1004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C55D5642-9E37-129E-7E68-E9E277C48F50}"/>
              </a:ext>
            </a:extLst>
          </p:cNvPr>
          <p:cNvGrpSpPr/>
          <p:nvPr/>
        </p:nvGrpSpPr>
        <p:grpSpPr>
          <a:xfrm>
            <a:off x="6949627" y="6639078"/>
            <a:ext cx="2480335" cy="1510870"/>
            <a:chOff x="5563591" y="4885156"/>
            <a:chExt cx="2480335" cy="1510870"/>
          </a:xfrm>
        </p:grpSpPr>
        <p:pic>
          <p:nvPicPr>
            <p:cNvPr id="68" name="Imagem 67">
              <a:extLst>
                <a:ext uri="{FF2B5EF4-FFF2-40B4-BE49-F238E27FC236}">
                  <a16:creationId xmlns:a16="http://schemas.microsoft.com/office/drawing/2014/main" id="{102819F9-37DE-D87F-558B-CD45E0261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905911" y="5195409"/>
              <a:ext cx="1005937" cy="1004112"/>
            </a:xfrm>
            <a:prstGeom prst="rect">
              <a:avLst/>
            </a:prstGeom>
          </p:spPr>
        </p:pic>
        <p:sp>
          <p:nvSpPr>
            <p:cNvPr id="71" name="Retângulo: Cantos Arredondados 70">
              <a:extLst>
                <a:ext uri="{FF2B5EF4-FFF2-40B4-BE49-F238E27FC236}">
                  <a16:creationId xmlns:a16="http://schemas.microsoft.com/office/drawing/2014/main" id="{7E72C44E-418F-6CC6-787B-FA7B4E21A6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63591" y="4949768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72" name="Picture 8" descr="Brand">
              <a:extLst>
                <a:ext uri="{FF2B5EF4-FFF2-40B4-BE49-F238E27FC236}">
                  <a16:creationId xmlns:a16="http://schemas.microsoft.com/office/drawing/2014/main" id="{1133147E-810A-96C3-E0CD-14AD44958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1832" y="5030578"/>
              <a:ext cx="480564" cy="699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4" descr="Database icon - Free download on Iconfinder">
              <a:extLst>
                <a:ext uri="{FF2B5EF4-FFF2-40B4-BE49-F238E27FC236}">
                  <a16:creationId xmlns:a16="http://schemas.microsoft.com/office/drawing/2014/main" id="{76A28D61-5921-FF1E-CCD6-59EE8275A8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2307" y="5810127"/>
              <a:ext cx="480289" cy="480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4" descr="Windows Logo PNGs for Free Download">
              <a:extLst>
                <a:ext uri="{FF2B5EF4-FFF2-40B4-BE49-F238E27FC236}">
                  <a16:creationId xmlns:a16="http://schemas.microsoft.com/office/drawing/2014/main" id="{F5FE7A7F-A1BF-7088-302F-32EB14ECC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465" y="4885156"/>
              <a:ext cx="1004242" cy="1004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F395D72-CDC5-D5AF-F92B-DFAFD8B92370}"/>
              </a:ext>
            </a:extLst>
          </p:cNvPr>
          <p:cNvSpPr txBox="1"/>
          <p:nvPr/>
        </p:nvSpPr>
        <p:spPr>
          <a:xfrm>
            <a:off x="8854384" y="821304"/>
            <a:ext cx="3947215" cy="26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Licenciatura em Engenharia Informática e de Computadores</a:t>
            </a:r>
            <a:endParaRPr lang="pt-PT" sz="1100" u="sng" dirty="0"/>
          </a:p>
        </p:txBody>
      </p:sp>
    </p:spTree>
    <p:extLst>
      <p:ext uri="{BB962C8B-B14F-4D97-AF65-F5344CB8AC3E}">
        <p14:creationId xmlns:p14="http://schemas.microsoft.com/office/powerpoint/2010/main" val="144201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8674-DE50-EAEE-B43C-563884DA6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35C4010-6A3E-3851-E75F-A551E9BF3153}"/>
              </a:ext>
            </a:extLst>
          </p:cNvPr>
          <p:cNvSpPr/>
          <p:nvPr/>
        </p:nvSpPr>
        <p:spPr>
          <a:xfrm rot="16200000">
            <a:off x="4297161" y="-1256543"/>
            <a:ext cx="4207276" cy="12801603"/>
          </a:xfrm>
          <a:prstGeom prst="roundRect">
            <a:avLst/>
          </a:prstGeom>
          <a:gradFill>
            <a:gsLst>
              <a:gs pos="42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 w="19050" cap="rnd">
            <a:solidFill>
              <a:schemeClr val="tx1">
                <a:alpha val="96000"/>
              </a:schemeClr>
            </a:solidFill>
            <a:rou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dk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0E9661-3336-92DE-767C-74F5EAA15434}"/>
              </a:ext>
            </a:extLst>
          </p:cNvPr>
          <p:cNvSpPr/>
          <p:nvPr/>
        </p:nvSpPr>
        <p:spPr>
          <a:xfrm>
            <a:off x="7269840" y="2961253"/>
            <a:ext cx="2638917" cy="941796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600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3600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12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  <a:endParaRPr lang="pt-PT" sz="16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3E8604DE-536B-A66E-4743-7EFCB87CCA74}"/>
              </a:ext>
            </a:extLst>
          </p:cNvPr>
          <p:cNvGrpSpPr>
            <a:grpSpLocks noChangeAspect="1"/>
          </p:cNvGrpSpPr>
          <p:nvPr/>
        </p:nvGrpSpPr>
        <p:grpSpPr>
          <a:xfrm>
            <a:off x="289238" y="3308598"/>
            <a:ext cx="2445906" cy="3669120"/>
            <a:chOff x="-3091989" y="3251089"/>
            <a:chExt cx="2183848" cy="3302113"/>
          </a:xfrm>
        </p:grpSpPr>
        <p:pic>
          <p:nvPicPr>
            <p:cNvPr id="7" name="Picture 2" descr="Earthquake - Free nature icons">
              <a:extLst>
                <a:ext uri="{FF2B5EF4-FFF2-40B4-BE49-F238E27FC236}">
                  <a16:creationId xmlns:a16="http://schemas.microsoft.com/office/drawing/2014/main" id="{49090462-E13E-4FF1-B7AB-4C3E81395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91989" y="3251089"/>
              <a:ext cx="1006011" cy="1006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40C6344F-77D7-C25C-C367-54761E7D5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14152" y="4405078"/>
              <a:ext cx="1006011" cy="1006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93E4C7F-E34E-8889-3564-9BEF56115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091989" y="4405078"/>
              <a:ext cx="1006011" cy="1006011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62DA0B54-531B-DD9D-BFC2-743EA0423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914152" y="3251089"/>
              <a:ext cx="1006011" cy="1006011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04201D78-5A23-49B2-F9AB-4E75205F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3091989" y="5547191"/>
              <a:ext cx="1006011" cy="1006011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A3799D38-E3DC-9DBA-7BD9-09E1885C9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1914152" y="5547191"/>
              <a:ext cx="1006011" cy="1006011"/>
            </a:xfrm>
            <a:prstGeom prst="rect">
              <a:avLst/>
            </a:prstGeom>
          </p:spPr>
        </p:pic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D29F47A1-7FC6-8DA8-F38C-357CD728D3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8516" y="4668273"/>
            <a:ext cx="1188000" cy="1188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D2F0786-009D-5BA8-FBFA-3CB7DE3B37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3850" y="5365358"/>
            <a:ext cx="900000" cy="900000"/>
          </a:xfrm>
          <a:prstGeom prst="rect">
            <a:avLst/>
          </a:prstGeom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E033FA1A-F96E-9315-ADB8-86C9FD5BED4F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8C8F74EA-474D-7143-056A-E2EC87769F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888" y="4063158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3919CE7-05B9-4727-8CEF-228E0AB0CE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0632" y="4113148"/>
            <a:ext cx="900000" cy="90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A331E40-28DC-E83F-E955-61F25D83AB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3187" y="5365358"/>
            <a:ext cx="900000" cy="90000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19171FA3-B577-D4F0-5BA4-299B1BF885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094" y="5692613"/>
            <a:ext cx="1080000" cy="108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7626412-17E5-160E-4578-CFADB9CF0F5A}"/>
              </a:ext>
            </a:extLst>
          </p:cNvPr>
          <p:cNvSpPr/>
          <p:nvPr/>
        </p:nvSpPr>
        <p:spPr>
          <a:xfrm>
            <a:off x="10190044" y="3159761"/>
            <a:ext cx="2611556" cy="664797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200" b="1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ZCAPs</a:t>
            </a:r>
          </a:p>
        </p:txBody>
      </p:sp>
      <p:pic>
        <p:nvPicPr>
          <p:cNvPr id="68" name="Imagem 67">
            <a:extLst>
              <a:ext uri="{FF2B5EF4-FFF2-40B4-BE49-F238E27FC236}">
                <a16:creationId xmlns:a16="http://schemas.microsoft.com/office/drawing/2014/main" id="{98FFECB4-27E2-DC09-2BE7-2BADA3DE43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049160" y="4023148"/>
            <a:ext cx="1081961" cy="108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33F047A-42D4-6924-F0B3-8ABAADF31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045870" y="5698152"/>
            <a:ext cx="1081961" cy="1080000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96F7E8B-86A6-D9ED-AA87-3A433F759A41}"/>
              </a:ext>
            </a:extLst>
          </p:cNvPr>
          <p:cNvSpPr/>
          <p:nvPr/>
        </p:nvSpPr>
        <p:spPr>
          <a:xfrm>
            <a:off x="7454900" y="3040624"/>
            <a:ext cx="2267348" cy="4207278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087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5C6E-4BD8-FF24-55DC-595D564A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F3F9D38-D4D8-26EC-51F7-26354F5D2235}"/>
              </a:ext>
            </a:extLst>
          </p:cNvPr>
          <p:cNvSpPr/>
          <p:nvPr/>
        </p:nvSpPr>
        <p:spPr>
          <a:xfrm>
            <a:off x="0" y="-4600553"/>
            <a:ext cx="12801600" cy="2298001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7093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7093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672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BD6E9D5-C4A9-FE92-05E5-620433B87C08}"/>
              </a:ext>
            </a:extLst>
          </p:cNvPr>
          <p:cNvSpPr/>
          <p:nvPr/>
        </p:nvSpPr>
        <p:spPr>
          <a:xfrm>
            <a:off x="700838" y="-1684904"/>
            <a:ext cx="11041203" cy="97654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226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Catástrofe! Podemos ajudar!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1DFC186-6F0B-F6FF-D99F-B971F8BD6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846978" y="7229798"/>
            <a:ext cx="1895065" cy="1895065"/>
          </a:xfrm>
          <a:prstGeom prst="rect">
            <a:avLst/>
          </a:prstGeom>
        </p:spPr>
      </p:pic>
      <p:pic>
        <p:nvPicPr>
          <p:cNvPr id="38" name="Imagem 37" descr="Uma imagem com texto, Tipo de letra, logótipo, Gráficos&#10;&#10;Os conteúdos gerados por IA poderão estar incorretos.">
            <a:extLst>
              <a:ext uri="{FF2B5EF4-FFF2-40B4-BE49-F238E27FC236}">
                <a16:creationId xmlns:a16="http://schemas.microsoft.com/office/drawing/2014/main" id="{C9CC1E6A-4015-7E51-5409-EFAEB2604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22837" y="5413160"/>
            <a:ext cx="3623773" cy="1500241"/>
          </a:xfrm>
          <a:prstGeom prst="rect">
            <a:avLst/>
          </a:prstGeom>
        </p:spPr>
      </p:pic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95DCADA3-51E9-50EC-4E2B-3A2742289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06234" y="7817231"/>
            <a:ext cx="1344001" cy="13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>
            <a:extLst>
              <a:ext uri="{FF2B5EF4-FFF2-40B4-BE49-F238E27FC236}">
                <a16:creationId xmlns:a16="http://schemas.microsoft.com/office/drawing/2014/main" id="{5FAC111D-5A53-3D38-D414-80849978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4264" y="6900351"/>
            <a:ext cx="3259940" cy="83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0" descr="Kotlin Logo PNG Transparent &amp; SVG Vector - Freebie Supply">
            <a:extLst>
              <a:ext uri="{FF2B5EF4-FFF2-40B4-BE49-F238E27FC236}">
                <a16:creationId xmlns:a16="http://schemas.microsoft.com/office/drawing/2014/main" id="{ACCDA04E-E762-55E3-B9D7-400A9E844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4908" y="7505647"/>
            <a:ext cx="1800371" cy="135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6" descr="Understanding JSON Web Tokens (JWT) for Secure Information Sharing | by  Safdar Ali | Medium">
            <a:extLst>
              <a:ext uri="{FF2B5EF4-FFF2-40B4-BE49-F238E27FC236}">
                <a16:creationId xmlns:a16="http://schemas.microsoft.com/office/drawing/2014/main" id="{8DEC857F-4A62-AEE6-274D-F2BD69EA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8051" y="8499382"/>
            <a:ext cx="1587507" cy="66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96CAABB0-7616-EABA-4F19-0027D49594F5}"/>
              </a:ext>
            </a:extLst>
          </p:cNvPr>
          <p:cNvSpPr/>
          <p:nvPr/>
        </p:nvSpPr>
        <p:spPr>
          <a:xfrm>
            <a:off x="-2034210" y="6761532"/>
            <a:ext cx="3939831" cy="27396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76AD0DCB-CD64-8B0F-124D-3C193544CAF0}"/>
              </a:ext>
            </a:extLst>
          </p:cNvPr>
          <p:cNvSpPr/>
          <p:nvPr/>
        </p:nvSpPr>
        <p:spPr>
          <a:xfrm>
            <a:off x="-2034214" y="5953488"/>
            <a:ext cx="3939831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API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2FF47B5-2F80-3742-6908-D9621B2F173B}"/>
              </a:ext>
            </a:extLst>
          </p:cNvPr>
          <p:cNvSpPr/>
          <p:nvPr/>
        </p:nvSpPr>
        <p:spPr>
          <a:xfrm>
            <a:off x="-5164097" y="7477323"/>
            <a:ext cx="2059727" cy="20238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CA84A212-C88D-B2EE-88D3-F27A6131E37B}"/>
              </a:ext>
            </a:extLst>
          </p:cNvPr>
          <p:cNvSpPr/>
          <p:nvPr/>
        </p:nvSpPr>
        <p:spPr>
          <a:xfrm>
            <a:off x="-5354848" y="6860258"/>
            <a:ext cx="2430951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</a:p>
        </p:txBody>
      </p:sp>
      <p:cxnSp>
        <p:nvCxnSpPr>
          <p:cNvPr id="47" name="Conexão reta unidirecional 46">
            <a:extLst>
              <a:ext uri="{FF2B5EF4-FFF2-40B4-BE49-F238E27FC236}">
                <a16:creationId xmlns:a16="http://schemas.microsoft.com/office/drawing/2014/main" id="{2D365DE1-DE94-FBAA-1ACC-9B584F0EFEA2}"/>
              </a:ext>
            </a:extLst>
          </p:cNvPr>
          <p:cNvCxnSpPr>
            <a:cxnSpLocks/>
          </p:cNvCxnSpPr>
          <p:nvPr/>
        </p:nvCxnSpPr>
        <p:spPr>
          <a:xfrm>
            <a:off x="-3076748" y="8489226"/>
            <a:ext cx="10425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9657A372-3CDC-06E7-BEDF-43E6947C0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134" y="7935356"/>
            <a:ext cx="1488928" cy="82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01C72FB2-0D25-622F-1902-F1350042C21A}"/>
              </a:ext>
            </a:extLst>
          </p:cNvPr>
          <p:cNvSpPr/>
          <p:nvPr/>
        </p:nvSpPr>
        <p:spPr>
          <a:xfrm>
            <a:off x="5900747" y="6123247"/>
            <a:ext cx="6260794" cy="435568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D255FD15-CAC4-2321-F9C1-51937BA3B9FD}"/>
              </a:ext>
            </a:extLst>
          </p:cNvPr>
          <p:cNvSpPr/>
          <p:nvPr/>
        </p:nvSpPr>
        <p:spPr>
          <a:xfrm rot="5400000">
            <a:off x="9611201" y="8115823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cxnSp>
        <p:nvCxnSpPr>
          <p:cNvPr id="52" name="Conexão reta unidirecional 51">
            <a:extLst>
              <a:ext uri="{FF2B5EF4-FFF2-40B4-BE49-F238E27FC236}">
                <a16:creationId xmlns:a16="http://schemas.microsoft.com/office/drawing/2014/main" id="{8FFE101B-4519-7A11-81C3-C0A4E12B87B6}"/>
              </a:ext>
            </a:extLst>
          </p:cNvPr>
          <p:cNvCxnSpPr>
            <a:cxnSpLocks/>
            <a:stCxn id="50" idx="1"/>
          </p:cNvCxnSpPr>
          <p:nvPr/>
        </p:nvCxnSpPr>
        <p:spPr>
          <a:xfrm flipH="1" flipV="1">
            <a:off x="5011062" y="8289689"/>
            <a:ext cx="889685" cy="11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8" descr="Brand">
            <a:extLst>
              <a:ext uri="{FF2B5EF4-FFF2-40B4-BE49-F238E27FC236}">
                <a16:creationId xmlns:a16="http://schemas.microsoft.com/office/drawing/2014/main" id="{BAF7F8F5-947A-CC37-4C97-C2C589FCF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520" y="7477323"/>
            <a:ext cx="1130080" cy="164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1D4216DF-1D44-3F58-48FD-B67C886EC36B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1905622" y="8131333"/>
            <a:ext cx="1616513" cy="2176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Imagem 80">
            <a:extLst>
              <a:ext uri="{FF2B5EF4-FFF2-40B4-BE49-F238E27FC236}">
                <a16:creationId xmlns:a16="http://schemas.microsoft.com/office/drawing/2014/main" id="{23D68009-301B-E460-D94E-B4AACE6C09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100" y="7464266"/>
            <a:ext cx="1545600" cy="15456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9762CFE-F00F-B1EE-68D7-57386B256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0598" y="12353915"/>
            <a:ext cx="5463771" cy="206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etores de Desastres Naturais - Baixe vetores grátis de alta qualidade do  Freepik | Freepik">
            <a:extLst>
              <a:ext uri="{FF2B5EF4-FFF2-40B4-BE49-F238E27FC236}">
                <a16:creationId xmlns:a16="http://schemas.microsoft.com/office/drawing/2014/main" id="{430F62B1-AB5B-B8B1-4B5A-F453283B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38" y="-106491"/>
            <a:ext cx="4690179" cy="469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B01AEF7-4B3E-4588-FB9C-61BBDD0213F8}"/>
              </a:ext>
            </a:extLst>
          </p:cNvPr>
          <p:cNvSpPr/>
          <p:nvPr/>
        </p:nvSpPr>
        <p:spPr>
          <a:xfrm>
            <a:off x="6641521" y="4314668"/>
            <a:ext cx="5747917" cy="97654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226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Identificamos!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249430-E134-1BCE-76AE-A3F664D6175D}"/>
              </a:ext>
            </a:extLst>
          </p:cNvPr>
          <p:cNvSpPr/>
          <p:nvPr/>
        </p:nvSpPr>
        <p:spPr>
          <a:xfrm>
            <a:off x="1880665" y="11924721"/>
            <a:ext cx="6260793" cy="976549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5226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Encaminhamos!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D3B8B2-2BBC-2F62-E86D-CB68965E7B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2195" y="490707"/>
            <a:ext cx="4491468" cy="3673487"/>
          </a:xfrm>
          <a:prstGeom prst="rect">
            <a:avLst/>
          </a:prstGeom>
        </p:spPr>
      </p:pic>
      <p:pic>
        <p:nvPicPr>
          <p:cNvPr id="2056" name="Picture 8" descr="Barraca grande abrigo temporário de acampamento doodle ...">
            <a:extLst>
              <a:ext uri="{FF2B5EF4-FFF2-40B4-BE49-F238E27FC236}">
                <a16:creationId xmlns:a16="http://schemas.microsoft.com/office/drawing/2014/main" id="{A9CA3FE8-CDF6-DB51-2DFA-8EE6B15C2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101" y="11009580"/>
            <a:ext cx="3893144" cy="337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5E7DA48-3B79-6C8B-C338-684B3CB706A1}"/>
              </a:ext>
            </a:extLst>
          </p:cNvPr>
          <p:cNvSpPr txBox="1"/>
          <p:nvPr/>
        </p:nvSpPr>
        <p:spPr>
          <a:xfrm>
            <a:off x="14671315" y="5200045"/>
            <a:ext cx="5896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Sistema integrado de gestão de </a:t>
            </a:r>
            <a:r>
              <a:rPr lang="pt-PT" b="1" dirty="0"/>
              <a:t>Z</a:t>
            </a:r>
            <a:r>
              <a:rPr lang="pt-PT" dirty="0"/>
              <a:t>onas de </a:t>
            </a:r>
            <a:r>
              <a:rPr lang="pt-PT" b="1" dirty="0"/>
              <a:t>C</a:t>
            </a:r>
            <a:r>
              <a:rPr lang="pt-PT" dirty="0"/>
              <a:t>oncentração e </a:t>
            </a:r>
            <a:r>
              <a:rPr lang="pt-PT" b="1" dirty="0"/>
              <a:t>A</a:t>
            </a:r>
            <a:r>
              <a:rPr lang="pt-PT" dirty="0"/>
              <a:t>poio à </a:t>
            </a:r>
            <a:r>
              <a:rPr lang="pt-PT" b="1" dirty="0"/>
              <a:t>P</a:t>
            </a:r>
            <a:r>
              <a:rPr lang="pt-PT" dirty="0"/>
              <a:t>opulação: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Gestão de edifícios de apoio (ZCAP)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Ativação em caso de catástrofe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Registo e abrigo de utentes com necessidades de abrigo/apoio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Modo de funcionamento autónomo (off-line)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Sincronização assíncrona</a:t>
            </a:r>
          </a:p>
        </p:txBody>
      </p:sp>
    </p:spTree>
    <p:extLst>
      <p:ext uri="{BB962C8B-B14F-4D97-AF65-F5344CB8AC3E}">
        <p14:creationId xmlns:p14="http://schemas.microsoft.com/office/powerpoint/2010/main" val="404729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043D-E29B-5732-A8B3-238689A3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A8C3B73-9577-7665-0288-BF8099665445}"/>
              </a:ext>
            </a:extLst>
          </p:cNvPr>
          <p:cNvGrpSpPr>
            <a:grpSpLocks noChangeAspect="1"/>
          </p:cNvGrpSpPr>
          <p:nvPr/>
        </p:nvGrpSpPr>
        <p:grpSpPr>
          <a:xfrm>
            <a:off x="1453676" y="4700088"/>
            <a:ext cx="2588579" cy="1871996"/>
            <a:chOff x="1330476" y="6556362"/>
            <a:chExt cx="3939831" cy="2849181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AEC640AD-D5CB-1CC1-665D-D2A87C697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7584334"/>
              <a:ext cx="3259941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A44A6590-94F1-E661-9098-B9F68584D1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919019"/>
              <a:ext cx="1800371" cy="13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07DF936B-0C96-6529-2BD5-8FE9321BE3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738789"/>
              <a:ext cx="1587506" cy="666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6DEC9C7F-801C-710F-8D96-6BFDF22103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FD7D8B23-3021-3F09-FD0D-89FB5BA4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731" y="7699265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A0CAB5F9-C02F-DB59-C1E8-D32125A0F3BC}"/>
              </a:ext>
            </a:extLst>
          </p:cNvPr>
          <p:cNvSpPr>
            <a:spLocks noChangeAspect="1"/>
          </p:cNvSpPr>
          <p:nvPr/>
        </p:nvSpPr>
        <p:spPr>
          <a:xfrm>
            <a:off x="1710532" y="7138632"/>
            <a:ext cx="2074867" cy="174427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94DA9E90-5570-B749-026F-C04DB3215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4931675"/>
            <a:ext cx="2406291" cy="13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4DB032C2-0795-8D8A-D15B-F61D9D8DAB81}"/>
              </a:ext>
            </a:extLst>
          </p:cNvPr>
          <p:cNvSpPr>
            <a:spLocks noChangeAspect="1"/>
          </p:cNvSpPr>
          <p:nvPr/>
        </p:nvSpPr>
        <p:spPr>
          <a:xfrm rot="21174172">
            <a:off x="1284434" y="10611940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C5C2A971-CF77-EF0B-92BE-DEB820215BED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2747966" y="6500087"/>
            <a:ext cx="0" cy="638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26C0520E-603E-FF55-47E3-B205AD0A303A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>
            <a:off x="4042255" y="5600088"/>
            <a:ext cx="70754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CB9C9F76-2469-EF0D-1872-A9FC54612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824" y="7343665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F036B89-8201-42B3-5906-923B12C2E046}"/>
              </a:ext>
            </a:extLst>
          </p:cNvPr>
          <p:cNvGrpSpPr/>
          <p:nvPr/>
        </p:nvGrpSpPr>
        <p:grpSpPr>
          <a:xfrm>
            <a:off x="8936583" y="4674519"/>
            <a:ext cx="2547340" cy="1502014"/>
            <a:chOff x="8350111" y="4873842"/>
            <a:chExt cx="2547340" cy="1502014"/>
          </a:xfrm>
        </p:grpSpPr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4AD4F469-C2CE-874A-F92D-DC2D6164E0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0111" y="4876960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D4DF9223-4DEA-6853-4325-66707255C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4152" y="5373129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Windows Logo PNGs for Free Download">
              <a:extLst>
                <a:ext uri="{FF2B5EF4-FFF2-40B4-BE49-F238E27FC236}">
                  <a16:creationId xmlns:a16="http://schemas.microsoft.com/office/drawing/2014/main" id="{1E256AD2-197A-64B0-F8B4-E95613207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8912" y="5205321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C43F6741-CF2B-B99B-CF55-0DDA56EA96AF}"/>
                </a:ext>
              </a:extLst>
            </p:cNvPr>
            <p:cNvSpPr txBox="1"/>
            <p:nvPr/>
          </p:nvSpPr>
          <p:spPr>
            <a:xfrm>
              <a:off x="8401442" y="4873842"/>
              <a:ext cx="2496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Desktop App</a:t>
              </a: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D4F9B411-7DB5-DE80-3C61-53C15A712FEE}"/>
              </a:ext>
            </a:extLst>
          </p:cNvPr>
          <p:cNvGrpSpPr/>
          <p:nvPr/>
        </p:nvGrpSpPr>
        <p:grpSpPr>
          <a:xfrm>
            <a:off x="8936583" y="6887236"/>
            <a:ext cx="2496009" cy="1446258"/>
            <a:chOff x="8350111" y="7086559"/>
            <a:chExt cx="2496009" cy="1446258"/>
          </a:xfrm>
        </p:grpSpPr>
        <p:pic>
          <p:nvPicPr>
            <p:cNvPr id="1028" name="Picture 4" descr="Database icon - Free download on Iconfinder">
              <a:extLst>
                <a:ext uri="{FF2B5EF4-FFF2-40B4-BE49-F238E27FC236}">
                  <a16:creationId xmlns:a16="http://schemas.microsoft.com/office/drawing/2014/main" id="{F83F6B18-DA45-7DF5-7EA1-CFF4BF9AC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7041" y="7601411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96A16D49-7B87-3908-61E1-F9031B53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4EE93EE7-8B97-4AE4-6E72-502E603497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0111" y="7086559"/>
              <a:ext cx="2480335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668EA01D-7E1C-761C-1AA6-0BC3FD91AA68}"/>
                </a:ext>
              </a:extLst>
            </p:cNvPr>
            <p:cNvSpPr txBox="1"/>
            <p:nvPr/>
          </p:nvSpPr>
          <p:spPr>
            <a:xfrm>
              <a:off x="8365785" y="7092379"/>
              <a:ext cx="2480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Local Database</a:t>
              </a:r>
            </a:p>
          </p:txBody>
        </p:sp>
      </p:grpSp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D3C4C3AE-88A4-1CA8-EA51-C0178DFB0C74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192425" y="6147304"/>
            <a:ext cx="0" cy="7457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xão reta unidirecional 81">
            <a:extLst>
              <a:ext uri="{FF2B5EF4-FFF2-40B4-BE49-F238E27FC236}">
                <a16:creationId xmlns:a16="http://schemas.microsoft.com/office/drawing/2014/main" id="{48690B05-6F98-EAB1-9B15-737AC31ED79D}"/>
              </a:ext>
            </a:extLst>
          </p:cNvPr>
          <p:cNvCxnSpPr>
            <a:cxnSpLocks/>
            <a:stCxn id="56" idx="3"/>
            <a:endCxn id="55" idx="1"/>
          </p:cNvCxnSpPr>
          <p:nvPr/>
        </p:nvCxnSpPr>
        <p:spPr>
          <a:xfrm>
            <a:off x="8507224" y="7610365"/>
            <a:ext cx="4293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xão reta unidirecional 84">
            <a:extLst>
              <a:ext uri="{FF2B5EF4-FFF2-40B4-BE49-F238E27FC236}">
                <a16:creationId xmlns:a16="http://schemas.microsoft.com/office/drawing/2014/main" id="{369C9182-5839-E909-CEEA-8378BDC4CFD0}"/>
              </a:ext>
            </a:extLst>
          </p:cNvPr>
          <p:cNvCxnSpPr>
            <a:cxnSpLocks/>
            <a:stCxn id="56" idx="1"/>
            <a:endCxn id="49" idx="2"/>
          </p:cNvCxnSpPr>
          <p:nvPr/>
        </p:nvCxnSpPr>
        <p:spPr>
          <a:xfrm rot="10800000">
            <a:off x="5952946" y="6268503"/>
            <a:ext cx="2020878" cy="134186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0AB90B4-8095-E108-439F-FFC7534306DF}"/>
              </a:ext>
            </a:extLst>
          </p:cNvPr>
          <p:cNvSpPr txBox="1"/>
          <p:nvPr/>
        </p:nvSpPr>
        <p:spPr>
          <a:xfrm>
            <a:off x="7771511" y="7877065"/>
            <a:ext cx="93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Sync</a:t>
            </a:r>
          </a:p>
          <a:p>
            <a:pPr algn="ctr"/>
            <a:r>
              <a:rPr lang="pt-PT" dirty="0"/>
              <a:t>Service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6E91F7A-8768-B97B-CD3E-03F8A75846D9}"/>
              </a:ext>
            </a:extLst>
          </p:cNvPr>
          <p:cNvSpPr txBox="1"/>
          <p:nvPr/>
        </p:nvSpPr>
        <p:spPr>
          <a:xfrm>
            <a:off x="1453676" y="4733749"/>
            <a:ext cx="258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Web API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62F8B481-AC0F-7DA0-2309-806CEB9F2BCB}"/>
              </a:ext>
            </a:extLst>
          </p:cNvPr>
          <p:cNvSpPr txBox="1"/>
          <p:nvPr/>
        </p:nvSpPr>
        <p:spPr>
          <a:xfrm>
            <a:off x="1710531" y="7210629"/>
            <a:ext cx="21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DataBase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573F14A9-734C-9503-82DB-56A924BD9AC9}"/>
              </a:ext>
            </a:extLst>
          </p:cNvPr>
          <p:cNvSpPr>
            <a:spLocks noChangeAspect="1"/>
          </p:cNvSpPr>
          <p:nvPr/>
        </p:nvSpPr>
        <p:spPr>
          <a:xfrm>
            <a:off x="4928211" y="3234046"/>
            <a:ext cx="2074867" cy="80455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47DA00B-F94C-7CC3-7B84-9C64AD16E897}"/>
              </a:ext>
            </a:extLst>
          </p:cNvPr>
          <p:cNvSpPr txBox="1"/>
          <p:nvPr/>
        </p:nvSpPr>
        <p:spPr>
          <a:xfrm>
            <a:off x="4915511" y="3266124"/>
            <a:ext cx="2074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External </a:t>
            </a:r>
          </a:p>
          <a:p>
            <a:pPr algn="ctr"/>
            <a:r>
              <a:rPr lang="pt-PT" dirty="0"/>
              <a:t>Clients</a:t>
            </a:r>
          </a:p>
        </p:txBody>
      </p:sp>
      <p:cxnSp>
        <p:nvCxnSpPr>
          <p:cNvPr id="99" name="Conexão reta unidirecional 98">
            <a:extLst>
              <a:ext uri="{FF2B5EF4-FFF2-40B4-BE49-F238E27FC236}">
                <a16:creationId xmlns:a16="http://schemas.microsoft.com/office/drawing/2014/main" id="{23C06D30-1FEE-727C-0E48-64EE74BE62B2}"/>
              </a:ext>
            </a:extLst>
          </p:cNvPr>
          <p:cNvCxnSpPr>
            <a:cxnSpLocks/>
            <a:stCxn id="49" idx="0"/>
            <a:endCxn id="97" idx="2"/>
          </p:cNvCxnSpPr>
          <p:nvPr/>
        </p:nvCxnSpPr>
        <p:spPr>
          <a:xfrm flipV="1">
            <a:off x="5952946" y="4038600"/>
            <a:ext cx="12699" cy="8930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35400EF9-906E-E696-483B-D96208C764DC}"/>
              </a:ext>
            </a:extLst>
          </p:cNvPr>
          <p:cNvSpPr>
            <a:spLocks noChangeAspect="1"/>
          </p:cNvSpPr>
          <p:nvPr/>
        </p:nvSpPr>
        <p:spPr>
          <a:xfrm>
            <a:off x="1261054" y="3234046"/>
            <a:ext cx="2976378" cy="5986153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8F971ADA-5957-FC12-2786-B715906F59BF}"/>
              </a:ext>
            </a:extLst>
          </p:cNvPr>
          <p:cNvSpPr txBox="1"/>
          <p:nvPr/>
        </p:nvSpPr>
        <p:spPr>
          <a:xfrm>
            <a:off x="1261055" y="3303082"/>
            <a:ext cx="297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Backend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D002C564-9253-B9A8-007B-97B6BA71974F}"/>
              </a:ext>
            </a:extLst>
          </p:cNvPr>
          <p:cNvSpPr>
            <a:spLocks noChangeAspect="1"/>
          </p:cNvSpPr>
          <p:nvPr/>
        </p:nvSpPr>
        <p:spPr>
          <a:xfrm>
            <a:off x="7666805" y="3234046"/>
            <a:ext cx="4013809" cy="5986153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F9B0D46B-1532-4796-0534-27ED4829D5C7}"/>
              </a:ext>
            </a:extLst>
          </p:cNvPr>
          <p:cNvSpPr txBox="1"/>
          <p:nvPr/>
        </p:nvSpPr>
        <p:spPr>
          <a:xfrm>
            <a:off x="7666805" y="3303082"/>
            <a:ext cx="401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62064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79C5-5E6B-38E6-2298-F4122E42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2C61438-593D-376A-A9A9-3B9274A4AB0D}"/>
              </a:ext>
            </a:extLst>
          </p:cNvPr>
          <p:cNvGrpSpPr>
            <a:grpSpLocks noChangeAspect="1"/>
          </p:cNvGrpSpPr>
          <p:nvPr/>
        </p:nvGrpSpPr>
        <p:grpSpPr>
          <a:xfrm>
            <a:off x="980010" y="4001614"/>
            <a:ext cx="2588579" cy="1871996"/>
            <a:chOff x="1330476" y="6556362"/>
            <a:chExt cx="3939831" cy="2849181"/>
          </a:xfrm>
        </p:grpSpPr>
        <p:pic>
          <p:nvPicPr>
            <p:cNvPr id="40" name="Picture 10">
              <a:extLst>
                <a:ext uri="{FF2B5EF4-FFF2-40B4-BE49-F238E27FC236}">
                  <a16:creationId xmlns:a16="http://schemas.microsoft.com/office/drawing/2014/main" id="{1BE9FD7A-A49F-77B7-6341-D980B42D24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7584334"/>
              <a:ext cx="3259941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85267AF5-1ADA-F033-006F-EB995CE30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919019"/>
              <a:ext cx="1800371" cy="13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F968120E-057E-ADEA-0DD0-6B0DCA293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738789"/>
              <a:ext cx="1587506" cy="666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796105AF-192D-AF64-C87F-3A751B57A5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pic>
        <p:nvPicPr>
          <p:cNvPr id="39" name="Picture 4" descr="Sql server Icons - Iconshock">
            <a:extLst>
              <a:ext uri="{FF2B5EF4-FFF2-40B4-BE49-F238E27FC236}">
                <a16:creationId xmlns:a16="http://schemas.microsoft.com/office/drawing/2014/main" id="{39C713F1-F522-1ABC-501A-5219F0E86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065" y="7000791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4875DFCA-C994-F855-374C-0F902C4AEBAC}"/>
              </a:ext>
            </a:extLst>
          </p:cNvPr>
          <p:cNvSpPr>
            <a:spLocks noChangeAspect="1"/>
          </p:cNvSpPr>
          <p:nvPr/>
        </p:nvSpPr>
        <p:spPr>
          <a:xfrm>
            <a:off x="1236866" y="6440158"/>
            <a:ext cx="2074867" cy="174427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49" name="Picture 42" descr="Cloud Icon PNGs for Free Download">
            <a:extLst>
              <a:ext uri="{FF2B5EF4-FFF2-40B4-BE49-F238E27FC236}">
                <a16:creationId xmlns:a16="http://schemas.microsoft.com/office/drawing/2014/main" id="{3E7CC0FA-1E34-FCFF-E591-C23D6AD2E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199" y="4226127"/>
            <a:ext cx="2406291" cy="13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tângulo 50">
            <a:extLst>
              <a:ext uri="{FF2B5EF4-FFF2-40B4-BE49-F238E27FC236}">
                <a16:creationId xmlns:a16="http://schemas.microsoft.com/office/drawing/2014/main" id="{3E2E7B4A-DDA1-5CBD-E555-0418F3EB33C4}"/>
              </a:ext>
            </a:extLst>
          </p:cNvPr>
          <p:cNvSpPr>
            <a:spLocks noChangeAspect="1"/>
          </p:cNvSpPr>
          <p:nvPr/>
        </p:nvSpPr>
        <p:spPr>
          <a:xfrm rot="21174172">
            <a:off x="-964532" y="16857007"/>
            <a:ext cx="5939679" cy="746808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733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71172209-C42F-2986-E41A-4DF65292C1CA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2274300" y="5801613"/>
            <a:ext cx="0" cy="638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AA2BF83B-D110-9D13-17A1-E66AB6192E20}"/>
              </a:ext>
            </a:extLst>
          </p:cNvPr>
          <p:cNvCxnSpPr>
            <a:cxnSpLocks/>
            <a:stCxn id="43" idx="3"/>
            <a:endCxn id="49" idx="1"/>
          </p:cNvCxnSpPr>
          <p:nvPr/>
        </p:nvCxnSpPr>
        <p:spPr>
          <a:xfrm flipV="1">
            <a:off x="3568589" y="4894541"/>
            <a:ext cx="825610" cy="70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7B045783-E90E-65C5-15E5-28D01169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130" y="360008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Agrupar 76">
            <a:extLst>
              <a:ext uri="{FF2B5EF4-FFF2-40B4-BE49-F238E27FC236}">
                <a16:creationId xmlns:a16="http://schemas.microsoft.com/office/drawing/2014/main" id="{C7FF85D9-E498-5CDE-F772-D1E067022F02}"/>
              </a:ext>
            </a:extLst>
          </p:cNvPr>
          <p:cNvGrpSpPr/>
          <p:nvPr/>
        </p:nvGrpSpPr>
        <p:grpSpPr>
          <a:xfrm>
            <a:off x="7478570" y="2010283"/>
            <a:ext cx="2132051" cy="1449376"/>
            <a:chOff x="8587622" y="4873842"/>
            <a:chExt cx="2132051" cy="1449376"/>
          </a:xfrm>
        </p:grpSpPr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58FA809B-D7C9-5D4A-057F-B356CBDD39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623" y="4876960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53" name="Picture 8" descr="Brand">
              <a:extLst>
                <a:ext uri="{FF2B5EF4-FFF2-40B4-BE49-F238E27FC236}">
                  <a16:creationId xmlns:a16="http://schemas.microsoft.com/office/drawing/2014/main" id="{0C0433AD-C9B0-F7B3-CCD4-3B0C124CA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865" y="5345661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4" descr="Windows Logo PNGs for Free Download">
              <a:extLst>
                <a:ext uri="{FF2B5EF4-FFF2-40B4-BE49-F238E27FC236}">
                  <a16:creationId xmlns:a16="http://schemas.microsoft.com/office/drawing/2014/main" id="{8F911A16-FCDB-F14B-EF8D-638B202784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4310" y="5049476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594EA650-2D4A-29AB-F1DB-694F0F92E200}"/>
                </a:ext>
              </a:extLst>
            </p:cNvPr>
            <p:cNvSpPr txBox="1"/>
            <p:nvPr/>
          </p:nvSpPr>
          <p:spPr>
            <a:xfrm>
              <a:off x="8587622" y="4873842"/>
              <a:ext cx="2132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Desktop App</a:t>
              </a: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1E4FA824-2618-C225-B837-564D685C17EE}"/>
              </a:ext>
            </a:extLst>
          </p:cNvPr>
          <p:cNvGrpSpPr/>
          <p:nvPr/>
        </p:nvGrpSpPr>
        <p:grpSpPr>
          <a:xfrm>
            <a:off x="9913599" y="2010282"/>
            <a:ext cx="2132049" cy="1446259"/>
            <a:chOff x="8603297" y="7086559"/>
            <a:chExt cx="2132049" cy="1446258"/>
          </a:xfrm>
        </p:grpSpPr>
        <p:pic>
          <p:nvPicPr>
            <p:cNvPr id="1028" name="Picture 4" descr="Database icon - Free download on Iconfinder">
              <a:extLst>
                <a:ext uri="{FF2B5EF4-FFF2-40B4-BE49-F238E27FC236}">
                  <a16:creationId xmlns:a16="http://schemas.microsoft.com/office/drawing/2014/main" id="{5DCA103C-E198-05D4-BE1C-F920C72FF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441" y="7538699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53D3909-1C4B-7D3A-F016-F72F95442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EF7D29BA-5675-CF4F-3B9E-D797D89863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3297" y="7086559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B3A1C5EE-95BB-2B16-1ADD-EC1FE783BB0F}"/>
                </a:ext>
              </a:extLst>
            </p:cNvPr>
            <p:cNvSpPr txBox="1"/>
            <p:nvPr/>
          </p:nvSpPr>
          <p:spPr>
            <a:xfrm>
              <a:off x="8603297" y="7092379"/>
              <a:ext cx="2132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Local Database</a:t>
              </a:r>
            </a:p>
          </p:txBody>
        </p:sp>
      </p:grpSp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ABA9D03E-1BD9-FA1A-8AE4-132F7C473FE4}"/>
              </a:ext>
            </a:extLst>
          </p:cNvPr>
          <p:cNvCxnSpPr>
            <a:cxnSpLocks/>
            <a:stCxn id="55" idx="1"/>
            <a:endCxn id="50" idx="3"/>
          </p:cNvCxnSpPr>
          <p:nvPr/>
        </p:nvCxnSpPr>
        <p:spPr>
          <a:xfrm flipH="1">
            <a:off x="9610620" y="2733412"/>
            <a:ext cx="302979" cy="31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xão reta unidirecional 84">
            <a:extLst>
              <a:ext uri="{FF2B5EF4-FFF2-40B4-BE49-F238E27FC236}">
                <a16:creationId xmlns:a16="http://schemas.microsoft.com/office/drawing/2014/main" id="{FEA7E4DA-08F6-E79E-6E62-C9FF29305C06}"/>
              </a:ext>
            </a:extLst>
          </p:cNvPr>
          <p:cNvCxnSpPr>
            <a:cxnSpLocks/>
            <a:stCxn id="56" idx="1"/>
          </p:cNvCxnSpPr>
          <p:nvPr/>
        </p:nvCxnSpPr>
        <p:spPr>
          <a:xfrm rot="10800000" flipV="1">
            <a:off x="6800490" y="3866783"/>
            <a:ext cx="2710640" cy="12200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473DD855-DDE2-4750-CA7C-5BDD31ACBF70}"/>
              </a:ext>
            </a:extLst>
          </p:cNvPr>
          <p:cNvSpPr txBox="1"/>
          <p:nvPr/>
        </p:nvSpPr>
        <p:spPr>
          <a:xfrm>
            <a:off x="9121008" y="4132598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7E12FBAD-4BB1-52F9-EE38-524F3B1BFEB0}"/>
              </a:ext>
            </a:extLst>
          </p:cNvPr>
          <p:cNvSpPr txBox="1"/>
          <p:nvPr/>
        </p:nvSpPr>
        <p:spPr>
          <a:xfrm>
            <a:off x="980010" y="4035275"/>
            <a:ext cx="258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Web API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D991A3BC-4920-3356-95FA-AB2C97E4BBF1}"/>
              </a:ext>
            </a:extLst>
          </p:cNvPr>
          <p:cNvSpPr txBox="1"/>
          <p:nvPr/>
        </p:nvSpPr>
        <p:spPr>
          <a:xfrm>
            <a:off x="1236865" y="6512155"/>
            <a:ext cx="21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DataBase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628E7235-38A4-67EB-7298-4D3D0C933016}"/>
              </a:ext>
            </a:extLst>
          </p:cNvPr>
          <p:cNvSpPr>
            <a:spLocks noChangeAspect="1"/>
          </p:cNvSpPr>
          <p:nvPr/>
        </p:nvSpPr>
        <p:spPr>
          <a:xfrm>
            <a:off x="4559911" y="1710046"/>
            <a:ext cx="2074867" cy="80455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ED44DC56-05F8-8B09-AFFE-F5614C3C2900}"/>
              </a:ext>
            </a:extLst>
          </p:cNvPr>
          <p:cNvSpPr txBox="1"/>
          <p:nvPr/>
        </p:nvSpPr>
        <p:spPr>
          <a:xfrm>
            <a:off x="4559910" y="1787925"/>
            <a:ext cx="2074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External </a:t>
            </a:r>
          </a:p>
          <a:p>
            <a:pPr algn="ctr"/>
            <a:r>
              <a:rPr lang="pt-PT" dirty="0"/>
              <a:t>Clients</a:t>
            </a:r>
          </a:p>
        </p:txBody>
      </p:sp>
      <p:cxnSp>
        <p:nvCxnSpPr>
          <p:cNvPr id="99" name="Conexão reta unidirecional 98">
            <a:extLst>
              <a:ext uri="{FF2B5EF4-FFF2-40B4-BE49-F238E27FC236}">
                <a16:creationId xmlns:a16="http://schemas.microsoft.com/office/drawing/2014/main" id="{2425DC48-5D96-828C-AAA5-66ACCC507ECD}"/>
              </a:ext>
            </a:extLst>
          </p:cNvPr>
          <p:cNvCxnSpPr>
            <a:cxnSpLocks/>
            <a:stCxn id="49" idx="0"/>
            <a:endCxn id="97" idx="2"/>
          </p:cNvCxnSpPr>
          <p:nvPr/>
        </p:nvCxnSpPr>
        <p:spPr>
          <a:xfrm flipV="1">
            <a:off x="5597345" y="2514600"/>
            <a:ext cx="0" cy="1711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962E7B48-147A-B269-E29D-8EF3670159AE}"/>
              </a:ext>
            </a:extLst>
          </p:cNvPr>
          <p:cNvSpPr>
            <a:spLocks noChangeAspect="1"/>
          </p:cNvSpPr>
          <p:nvPr/>
        </p:nvSpPr>
        <p:spPr>
          <a:xfrm>
            <a:off x="787388" y="2733412"/>
            <a:ext cx="2976378" cy="5940713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2F3B66BC-57A0-0530-AB2C-D5643EDC6D13}"/>
              </a:ext>
            </a:extLst>
          </p:cNvPr>
          <p:cNvSpPr txBox="1"/>
          <p:nvPr/>
        </p:nvSpPr>
        <p:spPr>
          <a:xfrm>
            <a:off x="787389" y="2744308"/>
            <a:ext cx="297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Backend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23279E53-23F4-3B34-8683-341F0927051F}"/>
              </a:ext>
            </a:extLst>
          </p:cNvPr>
          <p:cNvSpPr>
            <a:spLocks noChangeAspect="1"/>
          </p:cNvSpPr>
          <p:nvPr/>
        </p:nvSpPr>
        <p:spPr>
          <a:xfrm>
            <a:off x="7325558" y="1486982"/>
            <a:ext cx="4904542" cy="3070006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5B215A79-005A-0578-2122-6D42B4664234}"/>
              </a:ext>
            </a:extLst>
          </p:cNvPr>
          <p:cNvSpPr txBox="1"/>
          <p:nvPr/>
        </p:nvSpPr>
        <p:spPr>
          <a:xfrm>
            <a:off x="7298505" y="1499682"/>
            <a:ext cx="493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  <p:cxnSp>
        <p:nvCxnSpPr>
          <p:cNvPr id="20" name="Conexão reta unidirecional 84">
            <a:extLst>
              <a:ext uri="{FF2B5EF4-FFF2-40B4-BE49-F238E27FC236}">
                <a16:creationId xmlns:a16="http://schemas.microsoft.com/office/drawing/2014/main" id="{88F10570-0E22-E576-6CFB-EBEDFD9FBCEB}"/>
              </a:ext>
            </a:extLst>
          </p:cNvPr>
          <p:cNvCxnSpPr>
            <a:cxnSpLocks/>
            <a:stCxn id="55" idx="2"/>
            <a:endCxn id="56" idx="3"/>
          </p:cNvCxnSpPr>
          <p:nvPr/>
        </p:nvCxnSpPr>
        <p:spPr>
          <a:xfrm rot="5400000">
            <a:off x="10306956" y="3194115"/>
            <a:ext cx="410243" cy="93509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476ACF65-4C7F-3E56-3482-CCAD53E55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130" y="7803057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093DD43-F214-8525-F960-590558E9974A}"/>
              </a:ext>
            </a:extLst>
          </p:cNvPr>
          <p:cNvGrpSpPr/>
          <p:nvPr/>
        </p:nvGrpSpPr>
        <p:grpSpPr>
          <a:xfrm>
            <a:off x="7478570" y="6213256"/>
            <a:ext cx="2132051" cy="1449376"/>
            <a:chOff x="8587622" y="4873842"/>
            <a:chExt cx="2132051" cy="1449376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7B7AB3C7-2E70-E369-8C7E-58541ED2DA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623" y="4876960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36" name="Picture 8" descr="Brand">
              <a:extLst>
                <a:ext uri="{FF2B5EF4-FFF2-40B4-BE49-F238E27FC236}">
                  <a16:creationId xmlns:a16="http://schemas.microsoft.com/office/drawing/2014/main" id="{2837D065-83CF-DAB1-3CE0-048120EDD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865" y="5345661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Windows Logo PNGs for Free Download">
              <a:extLst>
                <a:ext uri="{FF2B5EF4-FFF2-40B4-BE49-F238E27FC236}">
                  <a16:creationId xmlns:a16="http://schemas.microsoft.com/office/drawing/2014/main" id="{77A222DA-8D9E-3986-79D0-94F02919B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4310" y="5049476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A30423A7-0FDB-918A-7DB3-C69C441D38DA}"/>
                </a:ext>
              </a:extLst>
            </p:cNvPr>
            <p:cNvSpPr txBox="1"/>
            <p:nvPr/>
          </p:nvSpPr>
          <p:spPr>
            <a:xfrm>
              <a:off x="8587622" y="4873842"/>
              <a:ext cx="2132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Desktop App</a:t>
              </a:r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C94521AD-428A-B0E2-1E86-637BCA2BF259}"/>
              </a:ext>
            </a:extLst>
          </p:cNvPr>
          <p:cNvGrpSpPr/>
          <p:nvPr/>
        </p:nvGrpSpPr>
        <p:grpSpPr>
          <a:xfrm>
            <a:off x="9913599" y="6213255"/>
            <a:ext cx="2132049" cy="1446259"/>
            <a:chOff x="8603297" y="7086559"/>
            <a:chExt cx="2132049" cy="1446258"/>
          </a:xfrm>
        </p:grpSpPr>
        <p:pic>
          <p:nvPicPr>
            <p:cNvPr id="46" name="Picture 4" descr="Database icon - Free download on Iconfinder">
              <a:extLst>
                <a:ext uri="{FF2B5EF4-FFF2-40B4-BE49-F238E27FC236}">
                  <a16:creationId xmlns:a16="http://schemas.microsoft.com/office/drawing/2014/main" id="{9A927DF5-EBC0-DB48-9F31-F9ED30671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441" y="7538699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Imagem 46">
              <a:extLst>
                <a:ext uri="{FF2B5EF4-FFF2-40B4-BE49-F238E27FC236}">
                  <a16:creationId xmlns:a16="http://schemas.microsoft.com/office/drawing/2014/main" id="{50D839D2-87C3-64F8-FD71-3E12C4271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1D9DAD32-4049-449E-6B18-745146883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3297" y="7086559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3F8F14B2-F2F4-3F86-0A6D-36A378341209}"/>
                </a:ext>
              </a:extLst>
            </p:cNvPr>
            <p:cNvSpPr txBox="1"/>
            <p:nvPr/>
          </p:nvSpPr>
          <p:spPr>
            <a:xfrm>
              <a:off x="8603297" y="7092379"/>
              <a:ext cx="2132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Local Database</a:t>
              </a:r>
            </a:p>
          </p:txBody>
        </p:sp>
      </p:grpSp>
      <p:cxnSp>
        <p:nvCxnSpPr>
          <p:cNvPr id="54" name="Conexão reta unidirecional 53">
            <a:extLst>
              <a:ext uri="{FF2B5EF4-FFF2-40B4-BE49-F238E27FC236}">
                <a16:creationId xmlns:a16="http://schemas.microsoft.com/office/drawing/2014/main" id="{9B4AE5F2-D33B-9A1F-D9C5-A5B0C1164C52}"/>
              </a:ext>
            </a:extLst>
          </p:cNvPr>
          <p:cNvCxnSpPr>
            <a:cxnSpLocks/>
            <a:stCxn id="48" idx="1"/>
            <a:endCxn id="34" idx="3"/>
          </p:cNvCxnSpPr>
          <p:nvPr/>
        </p:nvCxnSpPr>
        <p:spPr>
          <a:xfrm flipH="1">
            <a:off x="9610620" y="6936385"/>
            <a:ext cx="302979" cy="31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5B0D24D9-A306-8F40-0C8C-D49D2E9DD638}"/>
              </a:ext>
            </a:extLst>
          </p:cNvPr>
          <p:cNvSpPr txBox="1"/>
          <p:nvPr/>
        </p:nvSpPr>
        <p:spPr>
          <a:xfrm>
            <a:off x="9121008" y="8335571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F4945026-8E1B-C608-1DFA-9904DC97D506}"/>
              </a:ext>
            </a:extLst>
          </p:cNvPr>
          <p:cNvSpPr>
            <a:spLocks noChangeAspect="1"/>
          </p:cNvSpPr>
          <p:nvPr/>
        </p:nvSpPr>
        <p:spPr>
          <a:xfrm>
            <a:off x="7325558" y="5689955"/>
            <a:ext cx="4904542" cy="3070006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E3653AF3-290A-5E76-B819-5B51CCE4098C}"/>
              </a:ext>
            </a:extLst>
          </p:cNvPr>
          <p:cNvSpPr txBox="1"/>
          <p:nvPr/>
        </p:nvSpPr>
        <p:spPr>
          <a:xfrm>
            <a:off x="7298505" y="5689955"/>
            <a:ext cx="4931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  <p:cxnSp>
        <p:nvCxnSpPr>
          <p:cNvPr id="64" name="Conexão reta unidirecional 84">
            <a:extLst>
              <a:ext uri="{FF2B5EF4-FFF2-40B4-BE49-F238E27FC236}">
                <a16:creationId xmlns:a16="http://schemas.microsoft.com/office/drawing/2014/main" id="{1A345A34-DF53-FD8D-706A-327B3B90076C}"/>
              </a:ext>
            </a:extLst>
          </p:cNvPr>
          <p:cNvCxnSpPr>
            <a:cxnSpLocks/>
            <a:stCxn id="48" idx="2"/>
            <a:endCxn id="32" idx="3"/>
          </p:cNvCxnSpPr>
          <p:nvPr/>
        </p:nvCxnSpPr>
        <p:spPr>
          <a:xfrm rot="5400000">
            <a:off x="10306956" y="7397088"/>
            <a:ext cx="410243" cy="93509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xão reta unidirecional 84">
            <a:extLst>
              <a:ext uri="{FF2B5EF4-FFF2-40B4-BE49-F238E27FC236}">
                <a16:creationId xmlns:a16="http://schemas.microsoft.com/office/drawing/2014/main" id="{7899CEAD-291D-9A50-3A52-80766964FBC6}"/>
              </a:ext>
            </a:extLst>
          </p:cNvPr>
          <p:cNvCxnSpPr>
            <a:cxnSpLocks/>
            <a:stCxn id="32" idx="1"/>
            <a:endCxn id="49" idx="2"/>
          </p:cNvCxnSpPr>
          <p:nvPr/>
        </p:nvCxnSpPr>
        <p:spPr>
          <a:xfrm rot="10800000">
            <a:off x="5597346" y="5562955"/>
            <a:ext cx="3913785" cy="25068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tângulo 80">
            <a:extLst>
              <a:ext uri="{FF2B5EF4-FFF2-40B4-BE49-F238E27FC236}">
                <a16:creationId xmlns:a16="http://schemas.microsoft.com/office/drawing/2014/main" id="{97D182A5-8199-D9B2-F835-0415E8644306}"/>
              </a:ext>
            </a:extLst>
          </p:cNvPr>
          <p:cNvSpPr/>
          <p:nvPr/>
        </p:nvSpPr>
        <p:spPr>
          <a:xfrm rot="5400000">
            <a:off x="9400362" y="4668384"/>
            <a:ext cx="1144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82273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66A7E0FC-8D21-66D8-F2C6-F4C5AFB274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3695887"/>
              </p:ext>
            </p:extLst>
          </p:nvPr>
        </p:nvGraphicFramePr>
        <p:xfrm>
          <a:off x="1371600" y="1955800"/>
          <a:ext cx="10756900" cy="671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Agrupar 5">
            <a:extLst>
              <a:ext uri="{FF2B5EF4-FFF2-40B4-BE49-F238E27FC236}">
                <a16:creationId xmlns:a16="http://schemas.microsoft.com/office/drawing/2014/main" id="{99E0D3F6-89FE-97B0-A5D1-A9FB7440DF77}"/>
              </a:ext>
            </a:extLst>
          </p:cNvPr>
          <p:cNvGrpSpPr/>
          <p:nvPr/>
        </p:nvGrpSpPr>
        <p:grpSpPr>
          <a:xfrm>
            <a:off x="3302000" y="774633"/>
            <a:ext cx="8826500" cy="1041533"/>
            <a:chOff x="52" y="1081"/>
            <a:chExt cx="1675513" cy="104153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83B7330-2216-AB80-BAE5-DB1A0488D109}"/>
                </a:ext>
              </a:extLst>
            </p:cNvPr>
            <p:cNvSpPr/>
            <p:nvPr/>
          </p:nvSpPr>
          <p:spPr>
            <a:xfrm>
              <a:off x="52" y="1081"/>
              <a:ext cx="1675513" cy="10415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8" name="Retângulo: Cantos Arredondados 4">
              <a:extLst>
                <a:ext uri="{FF2B5EF4-FFF2-40B4-BE49-F238E27FC236}">
                  <a16:creationId xmlns:a16="http://schemas.microsoft.com/office/drawing/2014/main" id="{F45F51B7-D80B-7753-0A8D-6CA5B1F76B69}"/>
                </a:ext>
              </a:extLst>
            </p:cNvPr>
            <p:cNvSpPr txBox="1"/>
            <p:nvPr/>
          </p:nvSpPr>
          <p:spPr>
            <a:xfrm>
              <a:off x="30557" y="31586"/>
              <a:ext cx="1614503" cy="98052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1800" kern="1200" dirty="0"/>
                <a:t>Tree record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220D1CB-C216-765E-03AD-B740187D04A8}"/>
              </a:ext>
            </a:extLst>
          </p:cNvPr>
          <p:cNvGrpSpPr/>
          <p:nvPr/>
        </p:nvGrpSpPr>
        <p:grpSpPr>
          <a:xfrm>
            <a:off x="1371600" y="744128"/>
            <a:ext cx="1663700" cy="1041533"/>
            <a:chOff x="52" y="1081"/>
            <a:chExt cx="1675513" cy="104153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742BDB3C-7FBE-5A72-A68E-10BEADCDB960}"/>
                </a:ext>
              </a:extLst>
            </p:cNvPr>
            <p:cNvSpPr/>
            <p:nvPr/>
          </p:nvSpPr>
          <p:spPr>
            <a:xfrm>
              <a:off x="52" y="1081"/>
              <a:ext cx="1675513" cy="104153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1" name="Retângulo: Cantos Arredondados 4">
              <a:extLst>
                <a:ext uri="{FF2B5EF4-FFF2-40B4-BE49-F238E27FC236}">
                  <a16:creationId xmlns:a16="http://schemas.microsoft.com/office/drawing/2014/main" id="{05880DDA-A11E-54DE-0DCC-242BA318E411}"/>
                </a:ext>
              </a:extLst>
            </p:cNvPr>
            <p:cNvSpPr txBox="1"/>
            <p:nvPr/>
          </p:nvSpPr>
          <p:spPr>
            <a:xfrm>
              <a:off x="30557" y="31586"/>
              <a:ext cx="1614503" cy="98052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PT" sz="1800" kern="1200" dirty="0"/>
                <a:t>Tree 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91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DA1D22C-91E2-8381-7A9F-C2E6AF830C31}"/>
              </a:ext>
            </a:extLst>
          </p:cNvPr>
          <p:cNvSpPr/>
          <p:nvPr/>
        </p:nvSpPr>
        <p:spPr>
          <a:xfrm>
            <a:off x="22733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1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110478-6A13-2E86-8920-354FA5706E3C}"/>
              </a:ext>
            </a:extLst>
          </p:cNvPr>
          <p:cNvSpPr/>
          <p:nvPr/>
        </p:nvSpPr>
        <p:spPr>
          <a:xfrm>
            <a:off x="27857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2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4F8B29-8BB7-3061-51D1-9852414EFFD8}"/>
              </a:ext>
            </a:extLst>
          </p:cNvPr>
          <p:cNvSpPr/>
          <p:nvPr/>
        </p:nvSpPr>
        <p:spPr>
          <a:xfrm>
            <a:off x="32981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3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FD91B6-EEA4-4507-D035-0B7C3E662676}"/>
              </a:ext>
            </a:extLst>
          </p:cNvPr>
          <p:cNvSpPr/>
          <p:nvPr/>
        </p:nvSpPr>
        <p:spPr>
          <a:xfrm>
            <a:off x="38105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4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847276-439B-DA4F-B71E-F0DBBEB8B34E}"/>
              </a:ext>
            </a:extLst>
          </p:cNvPr>
          <p:cNvSpPr/>
          <p:nvPr/>
        </p:nvSpPr>
        <p:spPr>
          <a:xfrm>
            <a:off x="43229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5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8733FA-F06C-66C1-870E-54D0EE99C013}"/>
              </a:ext>
            </a:extLst>
          </p:cNvPr>
          <p:cNvSpPr/>
          <p:nvPr/>
        </p:nvSpPr>
        <p:spPr>
          <a:xfrm>
            <a:off x="48353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6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33FE58-86A8-4DA1-7275-3AB45578818A}"/>
              </a:ext>
            </a:extLst>
          </p:cNvPr>
          <p:cNvSpPr/>
          <p:nvPr/>
        </p:nvSpPr>
        <p:spPr>
          <a:xfrm>
            <a:off x="53477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7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EE2130-FB48-FCC5-81E4-264279432AB3}"/>
              </a:ext>
            </a:extLst>
          </p:cNvPr>
          <p:cNvSpPr/>
          <p:nvPr/>
        </p:nvSpPr>
        <p:spPr>
          <a:xfrm>
            <a:off x="58601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8</a:t>
            </a:r>
            <a:endParaRPr lang="pt-PT" sz="1100" dirty="0">
              <a:solidFill>
                <a:schemeClr val="accent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5802FE-4C06-AE32-119C-2B63D801AF6D}"/>
              </a:ext>
            </a:extLst>
          </p:cNvPr>
          <p:cNvSpPr/>
          <p:nvPr/>
        </p:nvSpPr>
        <p:spPr>
          <a:xfrm>
            <a:off x="6372500" y="1660775"/>
            <a:ext cx="360000" cy="36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accent2"/>
                </a:solidFill>
              </a:rPr>
              <a:t>9</a:t>
            </a:r>
            <a:endParaRPr lang="pt-PT" sz="11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69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FB80908-B472-3691-BCF4-95748E37C977}"/>
              </a:ext>
            </a:extLst>
          </p:cNvPr>
          <p:cNvSpPr/>
          <p:nvPr/>
        </p:nvSpPr>
        <p:spPr>
          <a:xfrm>
            <a:off x="5435200" y="522514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Inicio / Login</a:t>
            </a:r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EFD7567A-7E90-B310-1477-1044E38989B6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299199" y="1242514"/>
            <a:ext cx="1" cy="342633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C1708409-074C-054F-AD8D-922F599C1D31}"/>
              </a:ext>
            </a:extLst>
          </p:cNvPr>
          <p:cNvCxnSpPr>
            <a:cxnSpLocks/>
            <a:stCxn id="41" idx="1"/>
            <a:endCxn id="43" idx="0"/>
          </p:cNvCxnSpPr>
          <p:nvPr/>
        </p:nvCxnSpPr>
        <p:spPr>
          <a:xfrm rot="10800000" flipV="1">
            <a:off x="4023735" y="2125146"/>
            <a:ext cx="1195464" cy="813529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Conexão reta unidirecional 9">
            <a:extLst>
              <a:ext uri="{FF2B5EF4-FFF2-40B4-BE49-F238E27FC236}">
                <a16:creationId xmlns:a16="http://schemas.microsoft.com/office/drawing/2014/main" id="{A92C0769-234E-9618-40AA-A52F916274E3}"/>
              </a:ext>
            </a:extLst>
          </p:cNvPr>
          <p:cNvCxnSpPr>
            <a:cxnSpLocks/>
            <a:stCxn id="41" idx="3"/>
            <a:endCxn id="50" idx="0"/>
          </p:cNvCxnSpPr>
          <p:nvPr/>
        </p:nvCxnSpPr>
        <p:spPr>
          <a:xfrm>
            <a:off x="7379199" y="2125147"/>
            <a:ext cx="1370161" cy="813529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7" name="Gráfico 16">
            <a:extLst>
              <a:ext uri="{FF2B5EF4-FFF2-40B4-BE49-F238E27FC236}">
                <a16:creationId xmlns:a16="http://schemas.microsoft.com/office/drawing/2014/main" id="{6E3A4D56-2F88-121F-5A43-7E9D28176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0798" y="2125147"/>
            <a:ext cx="540000" cy="54000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6463F69-64BB-4383-1EE7-A0C8F86C1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397" y="2136745"/>
            <a:ext cx="540000" cy="540000"/>
          </a:xfrm>
          <a:prstGeom prst="rect">
            <a:avLst/>
          </a:prstGeom>
        </p:spPr>
      </p:pic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CFF9E1C-2A3F-4B4A-D2F8-F5DAE968A446}"/>
              </a:ext>
            </a:extLst>
          </p:cNvPr>
          <p:cNvSpPr/>
          <p:nvPr/>
        </p:nvSpPr>
        <p:spPr>
          <a:xfrm>
            <a:off x="4867211" y="423715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Devolve JWT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E63C6F7-37C5-46EC-1C10-7465A74E8B85}"/>
              </a:ext>
            </a:extLst>
          </p:cNvPr>
          <p:cNvSpPr/>
          <p:nvPr/>
        </p:nvSpPr>
        <p:spPr>
          <a:xfrm>
            <a:off x="9528815" y="423715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dirty="0"/>
              <a:t>User/Password inválidas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55F615A-A9F4-D6E8-DB18-6F9F3D0A0227}"/>
              </a:ext>
            </a:extLst>
          </p:cNvPr>
          <p:cNvSpPr/>
          <p:nvPr/>
        </p:nvSpPr>
        <p:spPr>
          <a:xfrm>
            <a:off x="7885360" y="7044053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/>
              <a:t>Acesso permitido</a:t>
            </a:r>
          </a:p>
        </p:txBody>
      </p:sp>
      <p:cxnSp>
        <p:nvCxnSpPr>
          <p:cNvPr id="23" name="Conexão reta unidirecional 9">
            <a:extLst>
              <a:ext uri="{FF2B5EF4-FFF2-40B4-BE49-F238E27FC236}">
                <a16:creationId xmlns:a16="http://schemas.microsoft.com/office/drawing/2014/main" id="{9DC5B586-1576-6E93-1B1B-0A7F96077C14}"/>
              </a:ext>
            </a:extLst>
          </p:cNvPr>
          <p:cNvCxnSpPr>
            <a:cxnSpLocks/>
            <a:stCxn id="43" idx="3"/>
            <a:endCxn id="20" idx="0"/>
          </p:cNvCxnSpPr>
          <p:nvPr/>
        </p:nvCxnSpPr>
        <p:spPr>
          <a:xfrm>
            <a:off x="5103735" y="3478676"/>
            <a:ext cx="627476" cy="758483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Conexão reta unidirecional 9">
            <a:extLst>
              <a:ext uri="{FF2B5EF4-FFF2-40B4-BE49-F238E27FC236}">
                <a16:creationId xmlns:a16="http://schemas.microsoft.com/office/drawing/2014/main" id="{99C33D5C-70C3-841C-391E-DB354FEB672D}"/>
              </a:ext>
            </a:extLst>
          </p:cNvPr>
          <p:cNvCxnSpPr>
            <a:cxnSpLocks/>
            <a:stCxn id="43" idx="1"/>
            <a:endCxn id="69" idx="0"/>
          </p:cNvCxnSpPr>
          <p:nvPr/>
        </p:nvCxnSpPr>
        <p:spPr>
          <a:xfrm rot="10800000" flipV="1">
            <a:off x="2391545" y="3478675"/>
            <a:ext cx="552191" cy="758483"/>
          </a:xfrm>
          <a:prstGeom prst="bentConnector2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Conexão reta unidirecional 9">
            <a:extLst>
              <a:ext uri="{FF2B5EF4-FFF2-40B4-BE49-F238E27FC236}">
                <a16:creationId xmlns:a16="http://schemas.microsoft.com/office/drawing/2014/main" id="{0E02361E-592F-9EA0-EF1E-6675F6BC4EB9}"/>
              </a:ext>
            </a:extLst>
          </p:cNvPr>
          <p:cNvCxnSpPr>
            <a:cxnSpLocks/>
            <a:stCxn id="59" idx="3"/>
            <a:endCxn id="22" idx="0"/>
          </p:cNvCxnSpPr>
          <p:nvPr/>
        </p:nvCxnSpPr>
        <p:spPr>
          <a:xfrm>
            <a:off x="6813143" y="6069198"/>
            <a:ext cx="1936217" cy="974855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Conexão reta unidirecional 9">
            <a:extLst>
              <a:ext uri="{FF2B5EF4-FFF2-40B4-BE49-F238E27FC236}">
                <a16:creationId xmlns:a16="http://schemas.microsoft.com/office/drawing/2014/main" id="{FDE2CDA6-262D-1AA0-FC5F-E32076C7EEF0}"/>
              </a:ext>
            </a:extLst>
          </p:cNvPr>
          <p:cNvCxnSpPr>
            <a:cxnSpLocks/>
            <a:stCxn id="50" idx="3"/>
            <a:endCxn id="21" idx="0"/>
          </p:cNvCxnSpPr>
          <p:nvPr/>
        </p:nvCxnSpPr>
        <p:spPr>
          <a:xfrm>
            <a:off x="9829360" y="3478676"/>
            <a:ext cx="563455" cy="758483"/>
          </a:xfrm>
          <a:prstGeom prst="bentConnector2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4773AAE4-5269-52E7-9208-AF10BD1087FD}"/>
              </a:ext>
            </a:extLst>
          </p:cNvPr>
          <p:cNvSpPr/>
          <p:nvPr/>
        </p:nvSpPr>
        <p:spPr>
          <a:xfrm>
            <a:off x="5035187" y="3451494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9789D91-7B2A-19AF-A141-7C2E8E9DAF63}"/>
              </a:ext>
            </a:extLst>
          </p:cNvPr>
          <p:cNvSpPr/>
          <p:nvPr/>
        </p:nvSpPr>
        <p:spPr>
          <a:xfrm>
            <a:off x="8037513" y="3914623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3992740-4B6A-B364-EDBF-A66CD986645F}"/>
              </a:ext>
            </a:extLst>
          </p:cNvPr>
          <p:cNvSpPr/>
          <p:nvPr/>
        </p:nvSpPr>
        <p:spPr>
          <a:xfrm>
            <a:off x="9711900" y="3435419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sp>
        <p:nvSpPr>
          <p:cNvPr id="41" name="Losango 40">
            <a:extLst>
              <a:ext uri="{FF2B5EF4-FFF2-40B4-BE49-F238E27FC236}">
                <a16:creationId xmlns:a16="http://schemas.microsoft.com/office/drawing/2014/main" id="{A95EA889-AF40-9336-20AE-40DB52DDAB12}"/>
              </a:ext>
            </a:extLst>
          </p:cNvPr>
          <p:cNvSpPr/>
          <p:nvPr/>
        </p:nvSpPr>
        <p:spPr>
          <a:xfrm>
            <a:off x="5219199" y="1585147"/>
            <a:ext cx="2160000" cy="1080000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dk1"/>
                </a:solidFill>
              </a:rPr>
              <a:t>API Online?</a:t>
            </a:r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A4FE25B-5274-EFDD-6D4C-CFFF5FB8B042}"/>
              </a:ext>
            </a:extLst>
          </p:cNvPr>
          <p:cNvGrpSpPr/>
          <p:nvPr/>
        </p:nvGrpSpPr>
        <p:grpSpPr>
          <a:xfrm>
            <a:off x="2943735" y="2938676"/>
            <a:ext cx="2160000" cy="1080000"/>
            <a:chOff x="1547200" y="1500915"/>
            <a:chExt cx="2160000" cy="1080000"/>
          </a:xfrm>
        </p:grpSpPr>
        <p:sp>
          <p:nvSpPr>
            <p:cNvPr id="43" name="Losango 42">
              <a:extLst>
                <a:ext uri="{FF2B5EF4-FFF2-40B4-BE49-F238E27FC236}">
                  <a16:creationId xmlns:a16="http://schemas.microsoft.com/office/drawing/2014/main" id="{3517BB71-1632-B18D-AAB5-8FBC8CE1763D}"/>
                </a:ext>
              </a:extLst>
            </p:cNvPr>
            <p:cNvSpPr/>
            <p:nvPr/>
          </p:nvSpPr>
          <p:spPr>
            <a:xfrm>
              <a:off x="1547200" y="1500915"/>
              <a:ext cx="2160000" cy="1080000"/>
            </a:xfrm>
            <a:prstGeom prst="diamond">
              <a:avLst/>
            </a:prstGeom>
            <a:ln w="317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dirty="0">
                <a:solidFill>
                  <a:schemeClr val="dk1"/>
                </a:solidFill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59866C6E-68E8-B4BE-A421-D34C862B31C1}"/>
                </a:ext>
              </a:extLst>
            </p:cNvPr>
            <p:cNvSpPr/>
            <p:nvPr/>
          </p:nvSpPr>
          <p:spPr>
            <a:xfrm>
              <a:off x="1853317" y="1759317"/>
              <a:ext cx="151612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PT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Autenticação</a:t>
              </a:r>
            </a:p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OK?</a:t>
              </a:r>
              <a:endParaRPr lang="pt-PT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915DFDA-6CE7-CC18-630B-F862702AACE9}"/>
              </a:ext>
            </a:extLst>
          </p:cNvPr>
          <p:cNvGrpSpPr/>
          <p:nvPr/>
        </p:nvGrpSpPr>
        <p:grpSpPr>
          <a:xfrm>
            <a:off x="7669360" y="2938676"/>
            <a:ext cx="2160000" cy="1080000"/>
            <a:chOff x="1547200" y="1500915"/>
            <a:chExt cx="2160000" cy="1080000"/>
          </a:xfrm>
        </p:grpSpPr>
        <p:sp>
          <p:nvSpPr>
            <p:cNvPr id="50" name="Losango 49">
              <a:extLst>
                <a:ext uri="{FF2B5EF4-FFF2-40B4-BE49-F238E27FC236}">
                  <a16:creationId xmlns:a16="http://schemas.microsoft.com/office/drawing/2014/main" id="{B81A2233-7602-E263-469C-D96A3F095C7E}"/>
                </a:ext>
              </a:extLst>
            </p:cNvPr>
            <p:cNvSpPr/>
            <p:nvPr/>
          </p:nvSpPr>
          <p:spPr>
            <a:xfrm>
              <a:off x="1547200" y="1500915"/>
              <a:ext cx="2160000" cy="1080000"/>
            </a:xfrm>
            <a:prstGeom prst="diamond">
              <a:avLst/>
            </a:prstGeom>
            <a:ln w="317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dirty="0">
                <a:solidFill>
                  <a:schemeClr val="dk1"/>
                </a:solidFill>
              </a:endParaRP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99FA537C-037B-8568-081E-AE7BD93192F2}"/>
                </a:ext>
              </a:extLst>
            </p:cNvPr>
            <p:cNvSpPr/>
            <p:nvPr/>
          </p:nvSpPr>
          <p:spPr>
            <a:xfrm>
              <a:off x="1853317" y="1759317"/>
              <a:ext cx="151612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PT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Autenticação</a:t>
              </a:r>
            </a:p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 OK?</a:t>
              </a:r>
              <a:endParaRPr lang="pt-PT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EB0C3C9-DE91-6946-1953-79731CD38414}"/>
              </a:ext>
            </a:extLst>
          </p:cNvPr>
          <p:cNvGrpSpPr/>
          <p:nvPr/>
        </p:nvGrpSpPr>
        <p:grpSpPr>
          <a:xfrm>
            <a:off x="4653143" y="5529198"/>
            <a:ext cx="2160000" cy="1080000"/>
            <a:chOff x="1547200" y="1500915"/>
            <a:chExt cx="2160000" cy="1080000"/>
          </a:xfrm>
        </p:grpSpPr>
        <p:sp>
          <p:nvSpPr>
            <p:cNvPr id="59" name="Losango 58">
              <a:extLst>
                <a:ext uri="{FF2B5EF4-FFF2-40B4-BE49-F238E27FC236}">
                  <a16:creationId xmlns:a16="http://schemas.microsoft.com/office/drawing/2014/main" id="{051894BA-99D7-09AB-C706-3986899D426C}"/>
                </a:ext>
              </a:extLst>
            </p:cNvPr>
            <p:cNvSpPr/>
            <p:nvPr/>
          </p:nvSpPr>
          <p:spPr>
            <a:xfrm>
              <a:off x="1547200" y="1500915"/>
              <a:ext cx="2160000" cy="1080000"/>
            </a:xfrm>
            <a:prstGeom prst="diamond">
              <a:avLst/>
            </a:prstGeom>
            <a:ln w="317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dirty="0">
                <a:solidFill>
                  <a:schemeClr val="dk1"/>
                </a:solidFill>
              </a:endParaRPr>
            </a:p>
          </p:txBody>
        </p:sp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id="{84E44B27-40E0-BA6E-9967-51CE2332635C}"/>
                </a:ext>
              </a:extLst>
            </p:cNvPr>
            <p:cNvSpPr/>
            <p:nvPr/>
          </p:nvSpPr>
          <p:spPr>
            <a:xfrm>
              <a:off x="1887792" y="1730289"/>
              <a:ext cx="1534266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gravado </a:t>
              </a:r>
            </a:p>
            <a:p>
              <a:pPr algn="ctr"/>
              <a:r>
                <a:rPr lang="pt-PT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localmente?</a:t>
              </a:r>
              <a:endParaRPr lang="pt-PT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61" name="Conexão reta unidirecional 60">
            <a:extLst>
              <a:ext uri="{FF2B5EF4-FFF2-40B4-BE49-F238E27FC236}">
                <a16:creationId xmlns:a16="http://schemas.microsoft.com/office/drawing/2014/main" id="{F59C949E-C8E6-FE9B-FF78-CCEA19DFCF75}"/>
              </a:ext>
            </a:extLst>
          </p:cNvPr>
          <p:cNvCxnSpPr>
            <a:cxnSpLocks/>
            <a:stCxn id="20" idx="2"/>
            <a:endCxn id="59" idx="0"/>
          </p:cNvCxnSpPr>
          <p:nvPr/>
        </p:nvCxnSpPr>
        <p:spPr>
          <a:xfrm>
            <a:off x="5731211" y="5101159"/>
            <a:ext cx="1932" cy="42803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F5EC151D-CAFB-E5E2-C7FE-B69BF8AA670A}"/>
              </a:ext>
            </a:extLst>
          </p:cNvPr>
          <p:cNvSpPr/>
          <p:nvPr/>
        </p:nvSpPr>
        <p:spPr>
          <a:xfrm>
            <a:off x="4861360" y="704181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dirty="0"/>
              <a:t>Sincronização</a:t>
            </a:r>
            <a:br>
              <a:rPr lang="pt-PT" dirty="0"/>
            </a:br>
            <a:r>
              <a:rPr lang="pt-PT" dirty="0"/>
              <a:t>de dados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D5F7A8CD-DB1B-132A-D517-4000A3035A53}"/>
              </a:ext>
            </a:extLst>
          </p:cNvPr>
          <p:cNvSpPr/>
          <p:nvPr/>
        </p:nvSpPr>
        <p:spPr>
          <a:xfrm>
            <a:off x="1527544" y="4237159"/>
            <a:ext cx="1728000" cy="864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dirty="0"/>
              <a:t>User/Password inválidas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69F0D51A-77EC-1E7A-C0A9-D5BEC5E52FAF}"/>
              </a:ext>
            </a:extLst>
          </p:cNvPr>
          <p:cNvSpPr/>
          <p:nvPr/>
        </p:nvSpPr>
        <p:spPr>
          <a:xfrm>
            <a:off x="2353600" y="3435420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cxnSp>
        <p:nvCxnSpPr>
          <p:cNvPr id="91" name="Conexão reta unidirecional 90">
            <a:extLst>
              <a:ext uri="{FF2B5EF4-FFF2-40B4-BE49-F238E27FC236}">
                <a16:creationId xmlns:a16="http://schemas.microsoft.com/office/drawing/2014/main" id="{364F7566-B711-A07A-86C2-57B0A99246B2}"/>
              </a:ext>
            </a:extLst>
          </p:cNvPr>
          <p:cNvCxnSpPr>
            <a:cxnSpLocks/>
            <a:stCxn id="50" idx="2"/>
            <a:endCxn id="22" idx="0"/>
          </p:cNvCxnSpPr>
          <p:nvPr/>
        </p:nvCxnSpPr>
        <p:spPr>
          <a:xfrm>
            <a:off x="8749360" y="4018676"/>
            <a:ext cx="0" cy="3025377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4" name="Conexão reta unidirecional 93">
            <a:extLst>
              <a:ext uri="{FF2B5EF4-FFF2-40B4-BE49-F238E27FC236}">
                <a16:creationId xmlns:a16="http://schemas.microsoft.com/office/drawing/2014/main" id="{9AC9BE3C-B80A-0E1D-5E15-37EECD72E0C8}"/>
              </a:ext>
            </a:extLst>
          </p:cNvPr>
          <p:cNvCxnSpPr>
            <a:cxnSpLocks/>
            <a:stCxn id="65" idx="3"/>
            <a:endCxn id="22" idx="1"/>
          </p:cNvCxnSpPr>
          <p:nvPr/>
        </p:nvCxnSpPr>
        <p:spPr>
          <a:xfrm>
            <a:off x="6589360" y="7473819"/>
            <a:ext cx="1296000" cy="223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7" name="Conexão reta unidirecional 96">
            <a:extLst>
              <a:ext uri="{FF2B5EF4-FFF2-40B4-BE49-F238E27FC236}">
                <a16:creationId xmlns:a16="http://schemas.microsoft.com/office/drawing/2014/main" id="{359D3A4C-3758-D004-F5E7-157058BBBA92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 flipH="1">
            <a:off x="5725360" y="6609198"/>
            <a:ext cx="7783" cy="43262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1" name="Gráfico 100">
            <a:extLst>
              <a:ext uri="{FF2B5EF4-FFF2-40B4-BE49-F238E27FC236}">
                <a16:creationId xmlns:a16="http://schemas.microsoft.com/office/drawing/2014/main" id="{0A7BC489-27EC-2EFE-3048-4FDF5A8899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4914" y="7365819"/>
            <a:ext cx="540000" cy="540000"/>
          </a:xfrm>
          <a:prstGeom prst="rect">
            <a:avLst/>
          </a:prstGeom>
        </p:spPr>
      </p:pic>
      <p:sp>
        <p:nvSpPr>
          <p:cNvPr id="102" name="Retângulo 101">
            <a:extLst>
              <a:ext uri="{FF2B5EF4-FFF2-40B4-BE49-F238E27FC236}">
                <a16:creationId xmlns:a16="http://schemas.microsoft.com/office/drawing/2014/main" id="{1EC16B77-CC7E-4E4D-0557-6B0CFA664E65}"/>
              </a:ext>
            </a:extLst>
          </p:cNvPr>
          <p:cNvSpPr/>
          <p:nvPr/>
        </p:nvSpPr>
        <p:spPr>
          <a:xfrm>
            <a:off x="4997043" y="6540330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sp>
        <p:nvSpPr>
          <p:cNvPr id="103" name="Retângulo 102">
            <a:extLst>
              <a:ext uri="{FF2B5EF4-FFF2-40B4-BE49-F238E27FC236}">
                <a16:creationId xmlns:a16="http://schemas.microsoft.com/office/drawing/2014/main" id="{3A2E6473-40A2-2F3A-1A7B-3E75CAFA6781}"/>
              </a:ext>
            </a:extLst>
          </p:cNvPr>
          <p:cNvSpPr/>
          <p:nvPr/>
        </p:nvSpPr>
        <p:spPr>
          <a:xfrm>
            <a:off x="6695977" y="6069198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cxnSp>
        <p:nvCxnSpPr>
          <p:cNvPr id="104" name="Conexão reta unidirecional 9">
            <a:extLst>
              <a:ext uri="{FF2B5EF4-FFF2-40B4-BE49-F238E27FC236}">
                <a16:creationId xmlns:a16="http://schemas.microsoft.com/office/drawing/2014/main" id="{D74F8127-ADB0-F250-F02E-14EDB47392E0}"/>
              </a:ext>
            </a:extLst>
          </p:cNvPr>
          <p:cNvCxnSpPr>
            <a:cxnSpLocks/>
            <a:stCxn id="69" idx="1"/>
            <a:endCxn id="3" idx="1"/>
          </p:cNvCxnSpPr>
          <p:nvPr/>
        </p:nvCxnSpPr>
        <p:spPr>
          <a:xfrm rot="10800000" flipH="1">
            <a:off x="1527544" y="882515"/>
            <a:ext cx="3907656" cy="3786645"/>
          </a:xfrm>
          <a:prstGeom prst="bentConnector3">
            <a:avLst>
              <a:gd name="adj1" fmla="val -585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9" name="Conexão reta unidirecional 9">
            <a:extLst>
              <a:ext uri="{FF2B5EF4-FFF2-40B4-BE49-F238E27FC236}">
                <a16:creationId xmlns:a16="http://schemas.microsoft.com/office/drawing/2014/main" id="{F9EDE31C-E292-60CC-6D92-C2A61FF7FF4A}"/>
              </a:ext>
            </a:extLst>
          </p:cNvPr>
          <p:cNvCxnSpPr>
            <a:cxnSpLocks/>
            <a:stCxn id="21" idx="3"/>
            <a:endCxn id="3" idx="3"/>
          </p:cNvCxnSpPr>
          <p:nvPr/>
        </p:nvCxnSpPr>
        <p:spPr>
          <a:xfrm flipH="1" flipV="1">
            <a:off x="7163200" y="882514"/>
            <a:ext cx="4093615" cy="3786645"/>
          </a:xfrm>
          <a:prstGeom prst="bentConnector3">
            <a:avLst>
              <a:gd name="adj1" fmla="val -5584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072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089B-9AB7-DDCD-EE84-2805676D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D2712BD-6F10-ACED-14A6-F22481761721}"/>
              </a:ext>
            </a:extLst>
          </p:cNvPr>
          <p:cNvSpPr/>
          <p:nvPr/>
        </p:nvSpPr>
        <p:spPr>
          <a:xfrm>
            <a:off x="4412850" y="205015"/>
            <a:ext cx="2896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Arvore</a:t>
            </a:r>
            <a:r>
              <a:rPr lang="pt-PT" dirty="0"/>
              <a:t> </a:t>
            </a:r>
            <a:r>
              <a:rPr lang="pt-PT" b="1" dirty="0"/>
              <a:t>Hierárquica</a:t>
            </a:r>
            <a:br>
              <a:rPr lang="pt-PT" dirty="0"/>
            </a:br>
            <a:r>
              <a:rPr lang="pt-PT" sz="1600" dirty="0"/>
              <a:t>(ex.: Município Odivelas)</a:t>
            </a:r>
            <a:endParaRPr lang="pt-PT" dirty="0"/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EDEEF49A-91AC-369B-2587-6BE0AF76B59F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860849" y="925015"/>
            <a:ext cx="1" cy="4297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0D297B6-AA6C-21B9-F6BF-21F3BD70DCE5}"/>
              </a:ext>
            </a:extLst>
          </p:cNvPr>
          <p:cNvSpPr/>
          <p:nvPr/>
        </p:nvSpPr>
        <p:spPr>
          <a:xfrm>
            <a:off x="4412850" y="1354731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Escola Secundária)</a:t>
            </a:r>
            <a:endParaRPr lang="pt-PT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7CD46D0-0F08-AAE9-05C2-BD7811154492}"/>
              </a:ext>
            </a:extLst>
          </p:cNvPr>
          <p:cNvSpPr/>
          <p:nvPr/>
        </p:nvSpPr>
        <p:spPr>
          <a:xfrm>
            <a:off x="6400800" y="4194182"/>
            <a:ext cx="2476498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Categoria de detalhe</a:t>
            </a:r>
          </a:p>
          <a:p>
            <a:pPr algn="ctr"/>
            <a:r>
              <a:rPr lang="pt-PT" sz="1600" dirty="0"/>
              <a:t>(ex. Área de Refeições)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B6F5238-A7D8-27D5-EEA5-1E7E5FAE0AF9}"/>
              </a:ext>
            </a:extLst>
          </p:cNvPr>
          <p:cNvSpPr/>
          <p:nvPr/>
        </p:nvSpPr>
        <p:spPr>
          <a:xfrm>
            <a:off x="7149298" y="5238896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Detalhe</a:t>
            </a:r>
            <a:r>
              <a:rPr lang="pt-PT" dirty="0"/>
              <a:t> </a:t>
            </a:r>
            <a:r>
              <a:rPr lang="pt-PT" sz="1600" dirty="0"/>
              <a:t>(</a:t>
            </a:r>
            <a:r>
              <a:rPr lang="pt-PT" sz="1600" i="1" dirty="0" err="1"/>
              <a:t>bool</a:t>
            </a:r>
            <a:r>
              <a:rPr lang="pt-PT" sz="1600" dirty="0"/>
              <a:t>)</a:t>
            </a:r>
            <a:br>
              <a:rPr lang="pt-PT" dirty="0"/>
            </a:br>
            <a:r>
              <a:rPr lang="pt-PT" sz="1600" dirty="0"/>
              <a:t>(ex.: Cozinha)</a:t>
            </a:r>
            <a:endParaRPr lang="pt-PT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13F77CA-0E62-7507-EE07-6D225DC7B7EE}"/>
              </a:ext>
            </a:extLst>
          </p:cNvPr>
          <p:cNvSpPr/>
          <p:nvPr/>
        </p:nvSpPr>
        <p:spPr>
          <a:xfrm>
            <a:off x="2609850" y="2995550"/>
            <a:ext cx="3168250" cy="236893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Dados</a:t>
            </a:r>
            <a:r>
              <a:rPr lang="pt-PT" dirty="0"/>
              <a:t> </a:t>
            </a:r>
            <a:r>
              <a:rPr lang="pt-PT" b="1" dirty="0"/>
              <a:t>obrigatórios: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Morada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Entidade (lista de valores)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Tipologia (lista de valores)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Latitude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…</a:t>
            </a:r>
            <a:endParaRPr lang="pt-PT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996A90A-5E02-6850-83B2-5FD1A2CF4ADD}"/>
              </a:ext>
            </a:extLst>
          </p:cNvPr>
          <p:cNvSpPr/>
          <p:nvPr/>
        </p:nvSpPr>
        <p:spPr>
          <a:xfrm>
            <a:off x="5981300" y="3027368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 Detalhes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9FC112B-B517-AAFD-C86B-59EA42CF6E7F}"/>
              </a:ext>
            </a:extLst>
          </p:cNvPr>
          <p:cNvSpPr/>
          <p:nvPr/>
        </p:nvSpPr>
        <p:spPr>
          <a:xfrm>
            <a:off x="7149298" y="6500818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Detalhe</a:t>
            </a:r>
            <a:r>
              <a:rPr lang="pt-PT" dirty="0"/>
              <a:t> </a:t>
            </a:r>
            <a:r>
              <a:rPr lang="pt-PT" sz="1600" dirty="0"/>
              <a:t>(</a:t>
            </a:r>
            <a:r>
              <a:rPr lang="pt-PT" sz="1600" i="1" dirty="0" err="1"/>
              <a:t>int</a:t>
            </a:r>
            <a:r>
              <a:rPr lang="pt-PT" sz="1600" dirty="0"/>
              <a:t>)</a:t>
            </a:r>
            <a:br>
              <a:rPr lang="pt-PT" dirty="0"/>
            </a:br>
            <a:r>
              <a:rPr lang="pt-PT" sz="1400" dirty="0"/>
              <a:t>(ex.: Capacidade refeições)</a:t>
            </a:r>
            <a:endParaRPr lang="pt-PT" dirty="0"/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926F3D79-70D6-0BCC-C894-368B4C16F8DB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5400000">
            <a:off x="4628053" y="1762753"/>
            <a:ext cx="798719" cy="1666874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Conexão reta unidirecional 17">
            <a:extLst>
              <a:ext uri="{FF2B5EF4-FFF2-40B4-BE49-F238E27FC236}">
                <a16:creationId xmlns:a16="http://schemas.microsoft.com/office/drawing/2014/main" id="{1893C241-E4A0-3958-A719-09F88AA2AEBC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 rot="16200000" flipH="1">
            <a:off x="6229806" y="1827874"/>
            <a:ext cx="830537" cy="1568450"/>
          </a:xfrm>
          <a:prstGeom prst="bentConnector3">
            <a:avLst>
              <a:gd name="adj1" fmla="val 47993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Conexão reta unidirecional 17">
            <a:extLst>
              <a:ext uri="{FF2B5EF4-FFF2-40B4-BE49-F238E27FC236}">
                <a16:creationId xmlns:a16="http://schemas.microsoft.com/office/drawing/2014/main" id="{413DC254-B62E-7DDE-CA82-27CC61D3D9AB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5962897" y="4116279"/>
            <a:ext cx="684710" cy="191096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844AA58-FE87-DC33-E8F5-7C331922E4F6}"/>
              </a:ext>
            </a:extLst>
          </p:cNvPr>
          <p:cNvSpPr/>
          <p:nvPr/>
        </p:nvSpPr>
        <p:spPr>
          <a:xfrm>
            <a:off x="6400800" y="7366007"/>
            <a:ext cx="2476498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Categoria de detalhe</a:t>
            </a:r>
          </a:p>
          <a:p>
            <a:pPr algn="ctr"/>
            <a:r>
              <a:rPr lang="pt-PT" sz="1600" dirty="0"/>
              <a:t>(ex. Específicos)</a:t>
            </a:r>
          </a:p>
        </p:txBody>
      </p:sp>
      <p:cxnSp>
        <p:nvCxnSpPr>
          <p:cNvPr id="37" name="Conexão reta unidirecional 17">
            <a:extLst>
              <a:ext uri="{FF2B5EF4-FFF2-40B4-BE49-F238E27FC236}">
                <a16:creationId xmlns:a16="http://schemas.microsoft.com/office/drawing/2014/main" id="{60294D71-174D-6729-8850-6275B8610E08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4376982" y="5702189"/>
            <a:ext cx="3856540" cy="191096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Conexão reta unidirecional 17">
            <a:extLst>
              <a:ext uri="{FF2B5EF4-FFF2-40B4-BE49-F238E27FC236}">
                <a16:creationId xmlns:a16="http://schemas.microsoft.com/office/drawing/2014/main" id="{63240237-714D-0356-2C00-5F2B93515B3A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6552946" y="5002544"/>
            <a:ext cx="684714" cy="50799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Conexão reta unidirecional 17">
            <a:extLst>
              <a:ext uri="{FF2B5EF4-FFF2-40B4-BE49-F238E27FC236}">
                <a16:creationId xmlns:a16="http://schemas.microsoft.com/office/drawing/2014/main" id="{7453ACF5-0138-156F-5927-0B044A1E951C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5921984" y="5633504"/>
            <a:ext cx="1946638" cy="50799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Conexão reta 63">
            <a:extLst>
              <a:ext uri="{FF2B5EF4-FFF2-40B4-BE49-F238E27FC236}">
                <a16:creationId xmlns:a16="http://schemas.microsoft.com/office/drawing/2014/main" id="{7DB2220D-4894-70D0-2563-16131368BF52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8013298" y="5958896"/>
            <a:ext cx="0" cy="541922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13FF6301-EAE7-1548-C704-17F9D0FD9075}"/>
              </a:ext>
            </a:extLst>
          </p:cNvPr>
          <p:cNvSpPr/>
          <p:nvPr/>
        </p:nvSpPr>
        <p:spPr>
          <a:xfrm>
            <a:off x="7149298" y="8410721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Detalhe</a:t>
            </a:r>
            <a:r>
              <a:rPr lang="pt-PT" dirty="0"/>
              <a:t> </a:t>
            </a:r>
            <a:r>
              <a:rPr lang="pt-PT" sz="1600" dirty="0"/>
              <a:t>(</a:t>
            </a:r>
            <a:r>
              <a:rPr lang="pt-PT" sz="1600" i="1" dirty="0"/>
              <a:t>real</a:t>
            </a:r>
            <a:r>
              <a:rPr lang="pt-PT" sz="1600" dirty="0"/>
              <a:t>)</a:t>
            </a:r>
            <a:br>
              <a:rPr lang="pt-PT" dirty="0"/>
            </a:br>
            <a:r>
              <a:rPr lang="pt-PT" sz="1600" dirty="0"/>
              <a:t>(ex.: Área)</a:t>
            </a:r>
            <a:endParaRPr lang="pt-PT" dirty="0"/>
          </a:p>
        </p:txBody>
      </p:sp>
      <p:cxnSp>
        <p:nvCxnSpPr>
          <p:cNvPr id="72" name="Conexão reta unidirecional 17">
            <a:extLst>
              <a:ext uri="{FF2B5EF4-FFF2-40B4-BE49-F238E27FC236}">
                <a16:creationId xmlns:a16="http://schemas.microsoft.com/office/drawing/2014/main" id="{9F7BA2A0-BCF0-CD95-FAA0-447B3583E94C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6629541" y="8250964"/>
            <a:ext cx="684714" cy="35480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Conexão reta 74">
            <a:extLst>
              <a:ext uri="{FF2B5EF4-FFF2-40B4-BE49-F238E27FC236}">
                <a16:creationId xmlns:a16="http://schemas.microsoft.com/office/drawing/2014/main" id="{448C3053-E6DB-65DA-6EEB-01BD6F30716D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8013297" y="9130721"/>
            <a:ext cx="1" cy="470479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3" name="Conexão reta unidirecional 17">
            <a:extLst>
              <a:ext uri="{FF2B5EF4-FFF2-40B4-BE49-F238E27FC236}">
                <a16:creationId xmlns:a16="http://schemas.microsoft.com/office/drawing/2014/main" id="{6B685491-5E53-9EEB-43D0-7BF871C32669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3645356" y="-202479"/>
            <a:ext cx="789716" cy="745271"/>
          </a:xfrm>
          <a:prstGeom prst="bentConnector2">
            <a:avLst/>
          </a:prstGeom>
          <a:ln w="31750">
            <a:prstDash val="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1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xão reta unidirecional 17">
            <a:extLst>
              <a:ext uri="{FF2B5EF4-FFF2-40B4-BE49-F238E27FC236}">
                <a16:creationId xmlns:a16="http://schemas.microsoft.com/office/drawing/2014/main" id="{1AF0E806-03E1-3DB6-D537-328DA3C27524}"/>
              </a:ext>
            </a:extLst>
          </p:cNvPr>
          <p:cNvCxnSpPr>
            <a:cxnSpLocks/>
            <a:stCxn id="80" idx="2"/>
            <a:endCxn id="2" idx="0"/>
          </p:cNvCxnSpPr>
          <p:nvPr/>
        </p:nvCxnSpPr>
        <p:spPr>
          <a:xfrm rot="16200000" flipH="1">
            <a:off x="7214066" y="1558068"/>
            <a:ext cx="812665" cy="4648598"/>
          </a:xfrm>
          <a:prstGeom prst="bentConnector3">
            <a:avLst>
              <a:gd name="adj1" fmla="val 48633"/>
            </a:avLst>
          </a:prstGeom>
          <a:ln w="31750">
            <a:prstDash val="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9B819D09-416E-23A9-D166-FB3467833BB1}"/>
              </a:ext>
            </a:extLst>
          </p:cNvPr>
          <p:cNvSpPr/>
          <p:nvPr/>
        </p:nvSpPr>
        <p:spPr>
          <a:xfrm>
            <a:off x="3848100" y="1484219"/>
            <a:ext cx="2896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Arvore</a:t>
            </a:r>
            <a:r>
              <a:rPr lang="pt-PT" dirty="0"/>
              <a:t> </a:t>
            </a:r>
            <a:r>
              <a:rPr lang="pt-PT" b="1" dirty="0"/>
              <a:t>Hierárquica</a:t>
            </a:r>
            <a:br>
              <a:rPr lang="pt-PT" dirty="0"/>
            </a:br>
            <a:r>
              <a:rPr lang="pt-PT" sz="1600" dirty="0"/>
              <a:t>(ex.: Município Odivelas)</a:t>
            </a:r>
            <a:endParaRPr lang="pt-PT" dirty="0"/>
          </a:p>
        </p:txBody>
      </p:sp>
      <p:cxnSp>
        <p:nvCxnSpPr>
          <p:cNvPr id="79" name="Conexão reta unidirecional 78">
            <a:extLst>
              <a:ext uri="{FF2B5EF4-FFF2-40B4-BE49-F238E27FC236}">
                <a16:creationId xmlns:a16="http://schemas.microsoft.com/office/drawing/2014/main" id="{CD10FA6E-EEA4-A20B-6620-1501C9A2DAFB}"/>
              </a:ext>
            </a:extLst>
          </p:cNvPr>
          <p:cNvCxnSpPr>
            <a:cxnSpLocks/>
            <a:stCxn id="78" idx="2"/>
            <a:endCxn id="80" idx="0"/>
          </p:cNvCxnSpPr>
          <p:nvPr/>
        </p:nvCxnSpPr>
        <p:spPr>
          <a:xfrm flipH="1">
            <a:off x="5296099" y="2204219"/>
            <a:ext cx="1" cy="4297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B2156871-7F27-AD0D-F2B9-B06379B41DB0}"/>
              </a:ext>
            </a:extLst>
          </p:cNvPr>
          <p:cNvSpPr/>
          <p:nvPr/>
        </p:nvSpPr>
        <p:spPr>
          <a:xfrm>
            <a:off x="3848100" y="2633935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Incidente</a:t>
            </a:r>
            <a:br>
              <a:rPr lang="pt-PT" dirty="0"/>
            </a:br>
            <a:r>
              <a:rPr lang="pt-PT" sz="1600" dirty="0"/>
              <a:t>(ex.: Incêndio Urbano)</a:t>
            </a:r>
            <a:endParaRPr lang="pt-PT" dirty="0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67CB8B4A-2779-3604-AB7C-CBB88BDD9381}"/>
              </a:ext>
            </a:extLst>
          </p:cNvPr>
          <p:cNvSpPr/>
          <p:nvPr/>
        </p:nvSpPr>
        <p:spPr>
          <a:xfrm>
            <a:off x="5397500" y="4268472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Tenda campanha)</a:t>
            </a:r>
            <a:endParaRPr lang="pt-PT" dirty="0"/>
          </a:p>
        </p:txBody>
      </p:sp>
      <p:cxnSp>
        <p:nvCxnSpPr>
          <p:cNvPr id="82" name="Conexão reta unidirecional 17">
            <a:extLst>
              <a:ext uri="{FF2B5EF4-FFF2-40B4-BE49-F238E27FC236}">
                <a16:creationId xmlns:a16="http://schemas.microsoft.com/office/drawing/2014/main" id="{784DB7AC-A8DB-2602-99F3-0E35981BDFAC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 rot="16200000" flipH="1">
            <a:off x="5674581" y="3097553"/>
            <a:ext cx="792437" cy="1549400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668A6D9D-D16F-7C78-DDDA-6551CE218AF7}"/>
              </a:ext>
            </a:extLst>
          </p:cNvPr>
          <p:cNvSpPr/>
          <p:nvPr/>
        </p:nvSpPr>
        <p:spPr>
          <a:xfrm>
            <a:off x="2298302" y="4288700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Escola Secundária)</a:t>
            </a:r>
            <a:endParaRPr lang="pt-PT" dirty="0"/>
          </a:p>
        </p:txBody>
      </p:sp>
      <p:cxnSp>
        <p:nvCxnSpPr>
          <p:cNvPr id="84" name="Conexão reta unidirecional 17">
            <a:extLst>
              <a:ext uri="{FF2B5EF4-FFF2-40B4-BE49-F238E27FC236}">
                <a16:creationId xmlns:a16="http://schemas.microsoft.com/office/drawing/2014/main" id="{5CF8A74C-30DD-4EB0-BDF6-5588302FEF32}"/>
              </a:ext>
            </a:extLst>
          </p:cNvPr>
          <p:cNvCxnSpPr>
            <a:cxnSpLocks/>
            <a:stCxn id="80" idx="2"/>
            <a:endCxn id="83" idx="0"/>
          </p:cNvCxnSpPr>
          <p:nvPr/>
        </p:nvCxnSpPr>
        <p:spPr>
          <a:xfrm rot="5400000">
            <a:off x="4114868" y="3107468"/>
            <a:ext cx="812665" cy="1549798"/>
          </a:xfrm>
          <a:prstGeom prst="bentConnector3">
            <a:avLst>
              <a:gd name="adj1" fmla="val 48828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2D43AB4-CCDC-B781-B03C-53FEB6518171}"/>
              </a:ext>
            </a:extLst>
          </p:cNvPr>
          <p:cNvSpPr/>
          <p:nvPr/>
        </p:nvSpPr>
        <p:spPr>
          <a:xfrm>
            <a:off x="8496698" y="4288700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</a:p>
          <a:p>
            <a:pPr algn="ctr"/>
            <a:endParaRPr lang="pt-PT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944FCBF-8620-DC6C-C814-F429F8B0521F}"/>
              </a:ext>
            </a:extLst>
          </p:cNvPr>
          <p:cNvSpPr/>
          <p:nvPr/>
        </p:nvSpPr>
        <p:spPr>
          <a:xfrm>
            <a:off x="2298302" y="5380900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Pessoas</a:t>
            </a:r>
            <a:br>
              <a:rPr lang="pt-PT" dirty="0"/>
            </a:br>
            <a:r>
              <a:rPr lang="pt-PT" sz="1600" dirty="0"/>
              <a:t>(ex.: José)</a:t>
            </a:r>
            <a:endParaRPr lang="pt-PT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4571E5-CE79-6E76-8429-2F98890EBDEF}"/>
              </a:ext>
            </a:extLst>
          </p:cNvPr>
          <p:cNvSpPr/>
          <p:nvPr/>
        </p:nvSpPr>
        <p:spPr>
          <a:xfrm>
            <a:off x="2298302" y="7158900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Pessoas</a:t>
            </a:r>
            <a:br>
              <a:rPr lang="pt-PT" dirty="0"/>
            </a:br>
            <a:r>
              <a:rPr lang="pt-PT" sz="1600" dirty="0"/>
              <a:t>(ex.: Maria)</a:t>
            </a:r>
            <a:endParaRPr lang="pt-PT" dirty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033CCF02-EC34-2389-5CA6-E9FFEC78996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746301" y="6223000"/>
            <a:ext cx="0" cy="93590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BFE22565-30E6-0844-CA48-D2C27286B8D3}"/>
              </a:ext>
            </a:extLst>
          </p:cNvPr>
          <p:cNvCxnSpPr>
            <a:cxnSpLocks/>
            <a:stCxn id="83" idx="2"/>
            <a:endCxn id="7" idx="0"/>
          </p:cNvCxnSpPr>
          <p:nvPr/>
        </p:nvCxnSpPr>
        <p:spPr>
          <a:xfrm>
            <a:off x="3746301" y="5130800"/>
            <a:ext cx="0" cy="250100"/>
          </a:xfrm>
          <a:prstGeom prst="line">
            <a:avLst/>
          </a:prstGeom>
          <a:ln w="31750"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3AF9E76-2EF4-DD56-FB29-927279A9CB7B}"/>
              </a:ext>
            </a:extLst>
          </p:cNvPr>
          <p:cNvSpPr/>
          <p:nvPr/>
        </p:nvSpPr>
        <p:spPr>
          <a:xfrm>
            <a:off x="5397500" y="5380900"/>
            <a:ext cx="2895998" cy="8421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Pessoas</a:t>
            </a:r>
            <a:br>
              <a:rPr lang="pt-PT" dirty="0"/>
            </a:br>
            <a:r>
              <a:rPr lang="pt-PT" sz="1600" dirty="0"/>
              <a:t>(ex.: Fernando)</a:t>
            </a:r>
            <a:endParaRPr lang="pt-PT" dirty="0"/>
          </a:p>
        </p:txBody>
      </p: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938E82EC-FEE4-5891-6230-AB0662599C83}"/>
              </a:ext>
            </a:extLst>
          </p:cNvPr>
          <p:cNvCxnSpPr>
            <a:cxnSpLocks/>
            <a:stCxn id="81" idx="2"/>
            <a:endCxn id="16" idx="0"/>
          </p:cNvCxnSpPr>
          <p:nvPr/>
        </p:nvCxnSpPr>
        <p:spPr>
          <a:xfrm>
            <a:off x="6845499" y="5110572"/>
            <a:ext cx="0" cy="270328"/>
          </a:xfrm>
          <a:prstGeom prst="line">
            <a:avLst/>
          </a:prstGeom>
          <a:ln w="31750"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B690111F-5E34-32E1-F2A0-39C5C275261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845499" y="6223000"/>
            <a:ext cx="0" cy="86360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Conexão reta unidirecional 17">
            <a:extLst>
              <a:ext uri="{FF2B5EF4-FFF2-40B4-BE49-F238E27FC236}">
                <a16:creationId xmlns:a16="http://schemas.microsoft.com/office/drawing/2014/main" id="{0958FADC-5978-F14F-BD89-C7B0D1EEF1CB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3205592" y="1201711"/>
            <a:ext cx="789716" cy="495300"/>
          </a:xfrm>
          <a:prstGeom prst="bentConnector2">
            <a:avLst/>
          </a:prstGeom>
          <a:ln w="31750">
            <a:prstDash val="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710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D3E8-66C8-E1B4-EAB5-73605E69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C8B8B1B-1DEC-5DDD-1EE4-D026A5584A60}"/>
              </a:ext>
            </a:extLst>
          </p:cNvPr>
          <p:cNvSpPr/>
          <p:nvPr/>
        </p:nvSpPr>
        <p:spPr>
          <a:xfrm>
            <a:off x="4412850" y="205015"/>
            <a:ext cx="2896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ZCAP</a:t>
            </a:r>
            <a:br>
              <a:rPr lang="pt-PT" dirty="0"/>
            </a:br>
            <a:r>
              <a:rPr lang="pt-PT" sz="1600" dirty="0"/>
              <a:t>(ex.: Escola Secundária)</a:t>
            </a:r>
            <a:endParaRPr lang="pt-PT" dirty="0"/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DBE62B32-1877-EB90-334F-8048BA107E06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5860849" y="925015"/>
            <a:ext cx="1" cy="4297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D5B3B04-44B1-42C1-0361-0925511E9D81}"/>
              </a:ext>
            </a:extLst>
          </p:cNvPr>
          <p:cNvSpPr/>
          <p:nvPr/>
        </p:nvSpPr>
        <p:spPr>
          <a:xfrm>
            <a:off x="4412850" y="1354731"/>
            <a:ext cx="2895998" cy="842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Pessoa</a:t>
            </a:r>
            <a:br>
              <a:rPr lang="pt-PT" dirty="0"/>
            </a:br>
            <a:r>
              <a:rPr lang="pt-PT" sz="1600" dirty="0"/>
              <a:t>(ex.: José)</a:t>
            </a:r>
            <a:endParaRPr lang="pt-PT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04A5F83-C2A0-C2E3-A3AC-3959B8F74637}"/>
              </a:ext>
            </a:extLst>
          </p:cNvPr>
          <p:cNvSpPr/>
          <p:nvPr/>
        </p:nvSpPr>
        <p:spPr>
          <a:xfrm>
            <a:off x="6051944" y="2453600"/>
            <a:ext cx="2476498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Apoio Necessário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AB3E47B-07FE-29E7-6624-9C143069DEF2}"/>
              </a:ext>
            </a:extLst>
          </p:cNvPr>
          <p:cNvSpPr/>
          <p:nvPr/>
        </p:nvSpPr>
        <p:spPr>
          <a:xfrm>
            <a:off x="6800442" y="3331309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Refeição</a:t>
            </a:r>
            <a:endParaRPr lang="pt-PT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AD6C794-405F-C50D-AE3B-F27C74FA7866}"/>
              </a:ext>
            </a:extLst>
          </p:cNvPr>
          <p:cNvSpPr/>
          <p:nvPr/>
        </p:nvSpPr>
        <p:spPr>
          <a:xfrm>
            <a:off x="2609850" y="2995550"/>
            <a:ext cx="3168250" cy="1635172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Dados</a:t>
            </a:r>
            <a:r>
              <a:rPr lang="pt-PT" dirty="0"/>
              <a:t> </a:t>
            </a:r>
            <a:r>
              <a:rPr lang="pt-PT" b="1" dirty="0"/>
              <a:t>obrigatórios: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Contacto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…</a:t>
            </a:r>
            <a:endParaRPr lang="pt-PT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87CB99E-2088-EDD6-0964-8238702D5188}"/>
              </a:ext>
            </a:extLst>
          </p:cNvPr>
          <p:cNvSpPr/>
          <p:nvPr/>
        </p:nvSpPr>
        <p:spPr>
          <a:xfrm>
            <a:off x="6800443" y="4270722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Vestuário</a:t>
            </a:r>
            <a:endParaRPr lang="pt-PT" dirty="0"/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84712686-4C2F-A7C9-BDC0-49CDB1F99016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5400000">
            <a:off x="4628053" y="1762753"/>
            <a:ext cx="798719" cy="1666874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Conexão reta unidirecional 17">
            <a:extLst>
              <a:ext uri="{FF2B5EF4-FFF2-40B4-BE49-F238E27FC236}">
                <a16:creationId xmlns:a16="http://schemas.microsoft.com/office/drawing/2014/main" id="{25EE5F34-EE80-1756-179F-58E3EAF1B584}"/>
              </a:ext>
            </a:extLst>
          </p:cNvPr>
          <p:cNvCxnSpPr>
            <a:cxnSpLocks/>
            <a:stCxn id="2" idx="2"/>
            <a:endCxn id="4" idx="1"/>
          </p:cNvCxnSpPr>
          <p:nvPr/>
        </p:nvCxnSpPr>
        <p:spPr>
          <a:xfrm rot="16200000" flipH="1">
            <a:off x="5648012" y="2409667"/>
            <a:ext cx="616769" cy="191095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29A318F8-135C-8A47-2B37-ADF26E699CDD}"/>
              </a:ext>
            </a:extLst>
          </p:cNvPr>
          <p:cNvSpPr/>
          <p:nvPr/>
        </p:nvSpPr>
        <p:spPr>
          <a:xfrm>
            <a:off x="6051945" y="6508757"/>
            <a:ext cx="2476498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Necessidades Especiais</a:t>
            </a:r>
          </a:p>
        </p:txBody>
      </p:sp>
      <p:cxnSp>
        <p:nvCxnSpPr>
          <p:cNvPr id="37" name="Conexão reta unidirecional 17">
            <a:extLst>
              <a:ext uri="{FF2B5EF4-FFF2-40B4-BE49-F238E27FC236}">
                <a16:creationId xmlns:a16="http://schemas.microsoft.com/office/drawing/2014/main" id="{33B97150-2489-FFE9-688F-94513F560643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4028127" y="4844939"/>
            <a:ext cx="3856540" cy="191096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Conexão reta unidirecional 17">
            <a:extLst>
              <a:ext uri="{FF2B5EF4-FFF2-40B4-BE49-F238E27FC236}">
                <a16:creationId xmlns:a16="http://schemas.microsoft.com/office/drawing/2014/main" id="{BED4C681-B0E5-97B8-A1D1-886BF8642F9B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6279011" y="3169877"/>
            <a:ext cx="534871" cy="507992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Conexão reta unidirecional 17">
            <a:extLst>
              <a:ext uri="{FF2B5EF4-FFF2-40B4-BE49-F238E27FC236}">
                <a16:creationId xmlns:a16="http://schemas.microsoft.com/office/drawing/2014/main" id="{BA37729A-4856-EC6C-6E9D-291363D7B73F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5809304" y="3639582"/>
            <a:ext cx="1474285" cy="507993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Conexão reta 63">
            <a:extLst>
              <a:ext uri="{FF2B5EF4-FFF2-40B4-BE49-F238E27FC236}">
                <a16:creationId xmlns:a16="http://schemas.microsoft.com/office/drawing/2014/main" id="{EB4ADF03-5C4F-829E-8192-BD0835A02D1C}"/>
              </a:ext>
            </a:extLst>
          </p:cNvPr>
          <p:cNvCxnSpPr>
            <a:cxnSpLocks/>
            <a:stCxn id="16" idx="2"/>
            <a:endCxn id="7" idx="0"/>
          </p:cNvCxnSpPr>
          <p:nvPr/>
        </p:nvCxnSpPr>
        <p:spPr>
          <a:xfrm flipH="1">
            <a:off x="7664442" y="4990722"/>
            <a:ext cx="1" cy="581253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B5E21D36-1371-ABFB-C416-BB4379403EC8}"/>
              </a:ext>
            </a:extLst>
          </p:cNvPr>
          <p:cNvSpPr/>
          <p:nvPr/>
        </p:nvSpPr>
        <p:spPr>
          <a:xfrm>
            <a:off x="6800443" y="7427741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Medicação</a:t>
            </a:r>
            <a:endParaRPr lang="pt-PT" dirty="0"/>
          </a:p>
        </p:txBody>
      </p:sp>
      <p:cxnSp>
        <p:nvCxnSpPr>
          <p:cNvPr id="72" name="Conexão reta unidirecional 17">
            <a:extLst>
              <a:ext uri="{FF2B5EF4-FFF2-40B4-BE49-F238E27FC236}">
                <a16:creationId xmlns:a16="http://schemas.microsoft.com/office/drawing/2014/main" id="{3168A170-9210-FDF7-AE97-E84CF8C80888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6343989" y="7331287"/>
            <a:ext cx="551364" cy="361543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Conexão reta 74">
            <a:extLst>
              <a:ext uri="{FF2B5EF4-FFF2-40B4-BE49-F238E27FC236}">
                <a16:creationId xmlns:a16="http://schemas.microsoft.com/office/drawing/2014/main" id="{AC5EC188-0920-1755-F5F1-589B6B99242F}"/>
              </a:ext>
            </a:extLst>
          </p:cNvPr>
          <p:cNvCxnSpPr>
            <a:cxnSpLocks/>
            <a:stCxn id="30" idx="0"/>
            <a:endCxn id="71" idx="2"/>
          </p:cNvCxnSpPr>
          <p:nvPr/>
        </p:nvCxnSpPr>
        <p:spPr>
          <a:xfrm flipV="1">
            <a:off x="7664442" y="8147741"/>
            <a:ext cx="1" cy="193325"/>
          </a:xfrm>
          <a:prstGeom prst="line">
            <a:avLst/>
          </a:prstGeom>
          <a:ln w="31750"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3" name="Conexão reta unidirecional 17">
            <a:extLst>
              <a:ext uri="{FF2B5EF4-FFF2-40B4-BE49-F238E27FC236}">
                <a16:creationId xmlns:a16="http://schemas.microsoft.com/office/drawing/2014/main" id="{22F4F3F6-78A7-CA81-DF0D-CB1813211F11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3645356" y="-202479"/>
            <a:ext cx="789716" cy="745271"/>
          </a:xfrm>
          <a:prstGeom prst="bentConnector2">
            <a:avLst/>
          </a:prstGeom>
          <a:ln w="31750">
            <a:prstDash val="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4172E66-8464-5325-D359-FE0E3739B627}"/>
              </a:ext>
            </a:extLst>
          </p:cNvPr>
          <p:cNvSpPr/>
          <p:nvPr/>
        </p:nvSpPr>
        <p:spPr>
          <a:xfrm>
            <a:off x="6800442" y="5571975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Pernoita</a:t>
            </a:r>
            <a:endParaRPr lang="pt-PT" dirty="0"/>
          </a:p>
        </p:txBody>
      </p:sp>
      <p:cxnSp>
        <p:nvCxnSpPr>
          <p:cNvPr id="13" name="Conexão reta unidirecional 17">
            <a:extLst>
              <a:ext uri="{FF2B5EF4-FFF2-40B4-BE49-F238E27FC236}">
                <a16:creationId xmlns:a16="http://schemas.microsoft.com/office/drawing/2014/main" id="{82CD8421-37DB-29E9-F178-7742E5249781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5431971" y="4563503"/>
            <a:ext cx="2228951" cy="507991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2EB36873-A80C-2083-EA57-6CDD5685BA87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>
            <a:off x="7664442" y="4051309"/>
            <a:ext cx="1" cy="219413"/>
          </a:xfrm>
          <a:prstGeom prst="line">
            <a:avLst/>
          </a:prstGeom>
          <a:ln w="31750"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8E5D1CD-AFEB-71EF-72F1-995FA1334959}"/>
              </a:ext>
            </a:extLst>
          </p:cNvPr>
          <p:cNvSpPr/>
          <p:nvPr/>
        </p:nvSpPr>
        <p:spPr>
          <a:xfrm>
            <a:off x="6800442" y="8341066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Gravidez</a:t>
            </a:r>
            <a:endParaRPr lang="pt-PT" dirty="0"/>
          </a:p>
        </p:txBody>
      </p: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DBAFF694-C24D-29F3-6851-26715A7E234F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7664442" y="9061066"/>
            <a:ext cx="0" cy="471554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Conexão reta unidirecional 17">
            <a:extLst>
              <a:ext uri="{FF2B5EF4-FFF2-40B4-BE49-F238E27FC236}">
                <a16:creationId xmlns:a16="http://schemas.microsoft.com/office/drawing/2014/main" id="{3E884DB7-E350-9212-CB28-7802E87F23D7}"/>
              </a:ext>
            </a:extLst>
          </p:cNvPr>
          <p:cNvCxnSpPr>
            <a:cxnSpLocks/>
            <a:endCxn id="30" idx="1"/>
          </p:cNvCxnSpPr>
          <p:nvPr/>
        </p:nvCxnSpPr>
        <p:spPr>
          <a:xfrm rot="16200000" flipH="1">
            <a:off x="5887325" y="7787949"/>
            <a:ext cx="1464690" cy="361544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87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CEC6-9633-9969-7706-60B70483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C66B4F1-C559-0A91-DE5B-403D22942EA3}"/>
              </a:ext>
            </a:extLst>
          </p:cNvPr>
          <p:cNvSpPr/>
          <p:nvPr/>
        </p:nvSpPr>
        <p:spPr>
          <a:xfrm>
            <a:off x="100205" y="306615"/>
            <a:ext cx="5075045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Inicio de Sincronização</a:t>
            </a:r>
            <a:endParaRPr lang="pt-PT" dirty="0"/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72C0F4B1-285E-1152-5F61-696E6D03A2B5}"/>
              </a:ext>
            </a:extLst>
          </p:cNvPr>
          <p:cNvCxnSpPr>
            <a:cxnSpLocks/>
            <a:stCxn id="3" idx="2"/>
            <a:endCxn id="51" idx="0"/>
          </p:cNvCxnSpPr>
          <p:nvPr/>
        </p:nvCxnSpPr>
        <p:spPr>
          <a:xfrm>
            <a:off x="2637728" y="1026615"/>
            <a:ext cx="475" cy="31054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1D751A1-251D-A886-DA2D-AA68EB09F57D}"/>
              </a:ext>
            </a:extLst>
          </p:cNvPr>
          <p:cNvSpPr/>
          <p:nvPr/>
        </p:nvSpPr>
        <p:spPr>
          <a:xfrm>
            <a:off x="100204" y="2394565"/>
            <a:ext cx="5075044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Itera registos locais</a:t>
            </a:r>
          </a:p>
        </p:txBody>
      </p:sp>
      <p:cxnSp>
        <p:nvCxnSpPr>
          <p:cNvPr id="37" name="Conexão reta unidirecional 17">
            <a:extLst>
              <a:ext uri="{FF2B5EF4-FFF2-40B4-BE49-F238E27FC236}">
                <a16:creationId xmlns:a16="http://schemas.microsoft.com/office/drawing/2014/main" id="{20A16386-1B62-0F6C-0156-079096EC0422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4976594" y="4054822"/>
            <a:ext cx="134951" cy="810078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Losango 8">
            <a:extLst>
              <a:ext uri="{FF2B5EF4-FFF2-40B4-BE49-F238E27FC236}">
                <a16:creationId xmlns:a16="http://schemas.microsoft.com/office/drawing/2014/main" id="{B5C25C0C-B379-8F14-72A1-64D465EF62AA}"/>
              </a:ext>
            </a:extLst>
          </p:cNvPr>
          <p:cNvSpPr/>
          <p:nvPr/>
        </p:nvSpPr>
        <p:spPr>
          <a:xfrm>
            <a:off x="2500096" y="3472367"/>
            <a:ext cx="2476498" cy="1164909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 err="1">
                <a:solidFill>
                  <a:schemeClr val="dk1"/>
                </a:solidFill>
                <a:latin typeface="Consolas" panose="020B0609020204030204" pitchFamily="49" charset="0"/>
              </a:rPr>
              <a:t>isSynced</a:t>
            </a:r>
            <a:r>
              <a:rPr lang="pt-PT" dirty="0">
                <a:solidFill>
                  <a:schemeClr val="dk1"/>
                </a:solidFill>
              </a:rPr>
              <a:t>?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444283F-035E-0611-B1B2-5A4EF9AD96CA}"/>
              </a:ext>
            </a:extLst>
          </p:cNvPr>
          <p:cNvSpPr/>
          <p:nvPr/>
        </p:nvSpPr>
        <p:spPr>
          <a:xfrm>
            <a:off x="100205" y="6014145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POST</a:t>
            </a:r>
            <a:endParaRPr lang="pt-PT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5D68924-0A9F-35BF-A323-D84961C92132}"/>
              </a:ext>
            </a:extLst>
          </p:cNvPr>
          <p:cNvSpPr/>
          <p:nvPr/>
        </p:nvSpPr>
        <p:spPr>
          <a:xfrm>
            <a:off x="4247545" y="4864900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Ignora</a:t>
            </a:r>
            <a:br>
              <a:rPr lang="pt-PT" b="1" dirty="0"/>
            </a:br>
            <a:r>
              <a:rPr lang="pt-PT" sz="1600" dirty="0"/>
              <a:t>(já sincronizado)</a:t>
            </a:r>
            <a:endParaRPr lang="pt-PT" dirty="0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9122E015-E86D-ACA3-A087-3DE26ED4D7AA}"/>
              </a:ext>
            </a:extLst>
          </p:cNvPr>
          <p:cNvSpPr/>
          <p:nvPr/>
        </p:nvSpPr>
        <p:spPr>
          <a:xfrm>
            <a:off x="1071548" y="4642446"/>
            <a:ext cx="2476498" cy="1164909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 err="1">
                <a:solidFill>
                  <a:schemeClr val="dk1"/>
                </a:solidFill>
                <a:latin typeface="Consolas" panose="020B0609020204030204" pitchFamily="49" charset="0"/>
              </a:rPr>
              <a:t>remoteID</a:t>
            </a:r>
            <a:r>
              <a:rPr lang="pt-PT" dirty="0">
                <a:solidFill>
                  <a:schemeClr val="dk1"/>
                </a:solidFill>
              </a:rPr>
              <a:t>?</a:t>
            </a:r>
          </a:p>
        </p:txBody>
      </p:sp>
      <p:cxnSp>
        <p:nvCxnSpPr>
          <p:cNvPr id="22" name="Conexão reta unidirecional 17">
            <a:extLst>
              <a:ext uri="{FF2B5EF4-FFF2-40B4-BE49-F238E27FC236}">
                <a16:creationId xmlns:a16="http://schemas.microsoft.com/office/drawing/2014/main" id="{8988BA05-4C58-4693-AC14-C05E08121AA4}"/>
              </a:ext>
            </a:extLst>
          </p:cNvPr>
          <p:cNvCxnSpPr>
            <a:cxnSpLocks/>
            <a:stCxn id="9" idx="1"/>
            <a:endCxn id="21" idx="0"/>
          </p:cNvCxnSpPr>
          <p:nvPr/>
        </p:nvCxnSpPr>
        <p:spPr>
          <a:xfrm rot="10800000" flipV="1">
            <a:off x="2309798" y="4054822"/>
            <a:ext cx="190299" cy="587624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A4ED2AA-E772-F453-2D7A-3BB5780B7A4C}"/>
              </a:ext>
            </a:extLst>
          </p:cNvPr>
          <p:cNvSpPr/>
          <p:nvPr/>
        </p:nvSpPr>
        <p:spPr>
          <a:xfrm>
            <a:off x="2795073" y="6014145"/>
            <a:ext cx="1728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PUT</a:t>
            </a:r>
            <a:endParaRPr lang="pt-PT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E8F22D9-3BEC-98E4-AA4E-B2D1010BDBA8}"/>
              </a:ext>
            </a:extLst>
          </p:cNvPr>
          <p:cNvSpPr/>
          <p:nvPr/>
        </p:nvSpPr>
        <p:spPr>
          <a:xfrm>
            <a:off x="4491323" y="4117801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CC3A52F-9DCF-F551-E6E1-DBB02F6C5152}"/>
              </a:ext>
            </a:extLst>
          </p:cNvPr>
          <p:cNvSpPr/>
          <p:nvPr/>
        </p:nvSpPr>
        <p:spPr>
          <a:xfrm>
            <a:off x="2228619" y="4054168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cxnSp>
        <p:nvCxnSpPr>
          <p:cNvPr id="32" name="Conexão reta unidirecional 17">
            <a:extLst>
              <a:ext uri="{FF2B5EF4-FFF2-40B4-BE49-F238E27FC236}">
                <a16:creationId xmlns:a16="http://schemas.microsoft.com/office/drawing/2014/main" id="{2E40A46C-74FF-C891-6354-5B42C9A16791}"/>
              </a:ext>
            </a:extLst>
          </p:cNvPr>
          <p:cNvCxnSpPr>
            <a:cxnSpLocks/>
            <a:stCxn id="21" idx="1"/>
            <a:endCxn id="10" idx="0"/>
          </p:cNvCxnSpPr>
          <p:nvPr/>
        </p:nvCxnSpPr>
        <p:spPr>
          <a:xfrm rot="10800000" flipV="1">
            <a:off x="964206" y="5224901"/>
            <a:ext cx="107343" cy="789244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F9910CB4-FB84-F434-4E3B-561F810A38A8}"/>
              </a:ext>
            </a:extLst>
          </p:cNvPr>
          <p:cNvSpPr/>
          <p:nvPr/>
        </p:nvSpPr>
        <p:spPr>
          <a:xfrm>
            <a:off x="878873" y="5294145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cxnSp>
        <p:nvCxnSpPr>
          <p:cNvPr id="39" name="Conexão reta unidirecional 17">
            <a:extLst>
              <a:ext uri="{FF2B5EF4-FFF2-40B4-BE49-F238E27FC236}">
                <a16:creationId xmlns:a16="http://schemas.microsoft.com/office/drawing/2014/main" id="{F32C4B75-CC38-80B6-2EF8-20AB5E1E3033}"/>
              </a:ext>
            </a:extLst>
          </p:cNvPr>
          <p:cNvCxnSpPr>
            <a:cxnSpLocks/>
            <a:stCxn id="21" idx="3"/>
            <a:endCxn id="27" idx="0"/>
          </p:cNvCxnSpPr>
          <p:nvPr/>
        </p:nvCxnSpPr>
        <p:spPr>
          <a:xfrm>
            <a:off x="3548046" y="5224901"/>
            <a:ext cx="111027" cy="789244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Conexão reta unidirecional 46">
            <a:extLst>
              <a:ext uri="{FF2B5EF4-FFF2-40B4-BE49-F238E27FC236}">
                <a16:creationId xmlns:a16="http://schemas.microsoft.com/office/drawing/2014/main" id="{81B1177A-9C15-1454-3335-3B965F173B4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738345" y="3114565"/>
            <a:ext cx="0" cy="35780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8E0D880A-109B-F9ED-35AE-2CACE841F189}"/>
              </a:ext>
            </a:extLst>
          </p:cNvPr>
          <p:cNvSpPr/>
          <p:nvPr/>
        </p:nvSpPr>
        <p:spPr>
          <a:xfrm>
            <a:off x="100203" y="1337159"/>
            <a:ext cx="507600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600" b="1" dirty="0"/>
              <a:t>Itera tabelas locais</a:t>
            </a:r>
          </a:p>
        </p:txBody>
      </p:sp>
      <p:cxnSp>
        <p:nvCxnSpPr>
          <p:cNvPr id="55" name="Conexão reta unidirecional 54">
            <a:extLst>
              <a:ext uri="{FF2B5EF4-FFF2-40B4-BE49-F238E27FC236}">
                <a16:creationId xmlns:a16="http://schemas.microsoft.com/office/drawing/2014/main" id="{D1269BAC-8B2F-2BA6-0512-DE91FEDC29B1}"/>
              </a:ext>
            </a:extLst>
          </p:cNvPr>
          <p:cNvCxnSpPr>
            <a:cxnSpLocks/>
            <a:stCxn id="51" idx="2"/>
            <a:endCxn id="4" idx="0"/>
          </p:cNvCxnSpPr>
          <p:nvPr/>
        </p:nvCxnSpPr>
        <p:spPr>
          <a:xfrm flipH="1">
            <a:off x="2637726" y="2057159"/>
            <a:ext cx="477" cy="33740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19CE77E1-E571-F988-1A59-80D2EF2482E2}"/>
              </a:ext>
            </a:extLst>
          </p:cNvPr>
          <p:cNvSpPr/>
          <p:nvPr/>
        </p:nvSpPr>
        <p:spPr>
          <a:xfrm>
            <a:off x="100205" y="7406203"/>
            <a:ext cx="1728001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Atualiza</a:t>
            </a:r>
            <a:br>
              <a:rPr lang="pt-PT" b="1" dirty="0"/>
            </a:br>
            <a:r>
              <a:rPr lang="pt-PT" sz="1600" dirty="0" err="1">
                <a:latin typeface="Consolas" panose="020B0609020204030204" pitchFamily="49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isSynced</a:t>
            </a:r>
            <a:r>
              <a:rPr lang="pt-PT" sz="1600" dirty="0"/>
              <a:t>=</a:t>
            </a:r>
            <a:r>
              <a:rPr lang="pt-PT" sz="1600" dirty="0" err="1">
                <a:latin typeface="Consolas" panose="020B0609020204030204" pitchFamily="49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true</a:t>
            </a:r>
            <a:r>
              <a:rPr lang="pt-PT" sz="1600" dirty="0"/>
              <a:t> </a:t>
            </a:r>
          </a:p>
          <a:p>
            <a:pPr algn="ctr"/>
            <a:r>
              <a:rPr lang="pt-PT" sz="1600" dirty="0" err="1">
                <a:latin typeface="Consolas" panose="020B0609020204030204" pitchFamily="49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remoteId</a:t>
            </a:r>
            <a:endParaRPr lang="pt-PT" dirty="0">
              <a:latin typeface="Consolas" panose="020B0609020204030204" pitchFamily="49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cxnSp>
        <p:nvCxnSpPr>
          <p:cNvPr id="59" name="Conexão reta unidirecional 58">
            <a:extLst>
              <a:ext uri="{FF2B5EF4-FFF2-40B4-BE49-F238E27FC236}">
                <a16:creationId xmlns:a16="http://schemas.microsoft.com/office/drawing/2014/main" id="{B17CA494-7BBA-7B48-39DF-18392A6D25F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64205" y="6734145"/>
            <a:ext cx="0" cy="67205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Conexão reta unidirecional 62">
            <a:extLst>
              <a:ext uri="{FF2B5EF4-FFF2-40B4-BE49-F238E27FC236}">
                <a16:creationId xmlns:a16="http://schemas.microsoft.com/office/drawing/2014/main" id="{98AE9F7A-7372-803B-96CA-54DC186F1F61}"/>
              </a:ext>
            </a:extLst>
          </p:cNvPr>
          <p:cNvCxnSpPr>
            <a:cxnSpLocks/>
            <a:stCxn id="27" idx="2"/>
            <a:endCxn id="68" idx="0"/>
          </p:cNvCxnSpPr>
          <p:nvPr/>
        </p:nvCxnSpPr>
        <p:spPr>
          <a:xfrm>
            <a:off x="3659073" y="6734145"/>
            <a:ext cx="454" cy="67205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D1A75888-6919-3555-B56E-667561497553}"/>
              </a:ext>
            </a:extLst>
          </p:cNvPr>
          <p:cNvSpPr/>
          <p:nvPr/>
        </p:nvSpPr>
        <p:spPr>
          <a:xfrm>
            <a:off x="2795526" y="7406203"/>
            <a:ext cx="1728001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Atualiza</a:t>
            </a:r>
            <a:br>
              <a:rPr lang="pt-PT" b="1" dirty="0"/>
            </a:br>
            <a:r>
              <a:rPr lang="pt-PT" sz="1600" dirty="0" err="1">
                <a:latin typeface="Consolas" panose="020B0609020204030204" pitchFamily="49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isSynced</a:t>
            </a:r>
            <a:r>
              <a:rPr lang="pt-PT" sz="1600" dirty="0">
                <a:latin typeface="Consolas" panose="020B0609020204030204" pitchFamily="49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</a:t>
            </a:r>
            <a:r>
              <a:rPr lang="pt-PT" sz="1600" dirty="0" err="1">
                <a:latin typeface="Consolas" panose="020B0609020204030204" pitchFamily="49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true</a:t>
            </a:r>
            <a:endParaRPr lang="pt-PT" sz="1600" dirty="0">
              <a:latin typeface="Consolas" panose="020B0609020204030204" pitchFamily="49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00EF7E2F-0CD3-9EA5-C609-5355997D03DB}"/>
              </a:ext>
            </a:extLst>
          </p:cNvPr>
          <p:cNvSpPr/>
          <p:nvPr/>
        </p:nvSpPr>
        <p:spPr>
          <a:xfrm>
            <a:off x="3031226" y="5318355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1907EE18-9AF0-8F8C-4B22-A0B008DFE460}"/>
              </a:ext>
            </a:extLst>
          </p:cNvPr>
          <p:cNvSpPr/>
          <p:nvPr/>
        </p:nvSpPr>
        <p:spPr>
          <a:xfrm>
            <a:off x="100205" y="8491664"/>
            <a:ext cx="5875340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Fim de  envio</a:t>
            </a:r>
            <a:endParaRPr lang="pt-PT" dirty="0"/>
          </a:p>
        </p:txBody>
      </p:sp>
      <p:cxnSp>
        <p:nvCxnSpPr>
          <p:cNvPr id="77" name="Conexão reta unidirecional 76">
            <a:extLst>
              <a:ext uri="{FF2B5EF4-FFF2-40B4-BE49-F238E27FC236}">
                <a16:creationId xmlns:a16="http://schemas.microsoft.com/office/drawing/2014/main" id="{60A94DEC-A373-79F7-B645-59F9543F41C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111545" y="5584900"/>
            <a:ext cx="31504" cy="290676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2" name="Conexão reta unidirecional 81">
            <a:extLst>
              <a:ext uri="{FF2B5EF4-FFF2-40B4-BE49-F238E27FC236}">
                <a16:creationId xmlns:a16="http://schemas.microsoft.com/office/drawing/2014/main" id="{F60F99CC-5AC6-AACE-3A9E-FA552ECD309E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3659073" y="8126203"/>
            <a:ext cx="454" cy="365461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5" name="Conexão reta unidirecional 84">
            <a:extLst>
              <a:ext uri="{FF2B5EF4-FFF2-40B4-BE49-F238E27FC236}">
                <a16:creationId xmlns:a16="http://schemas.microsoft.com/office/drawing/2014/main" id="{5CF2C95A-A4FE-8C63-A8FE-2F537A327D51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964206" y="8126203"/>
            <a:ext cx="0" cy="365461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72BCEEAE-49CC-445C-7D6F-8EAF4311B585}"/>
              </a:ext>
            </a:extLst>
          </p:cNvPr>
          <p:cNvSpPr/>
          <p:nvPr/>
        </p:nvSpPr>
        <p:spPr>
          <a:xfrm>
            <a:off x="6764375" y="8491664"/>
            <a:ext cx="5942717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Inicio da  receção</a:t>
            </a:r>
            <a:endParaRPr lang="pt-PT" dirty="0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B65DEC03-A2F7-247D-518F-8CF74CDDCF84}"/>
              </a:ext>
            </a:extLst>
          </p:cNvPr>
          <p:cNvSpPr/>
          <p:nvPr/>
        </p:nvSpPr>
        <p:spPr>
          <a:xfrm>
            <a:off x="6764375" y="7509516"/>
            <a:ext cx="5931271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GET</a:t>
            </a:r>
            <a:br>
              <a:rPr lang="pt-PT" b="1" dirty="0"/>
            </a:br>
            <a:r>
              <a:rPr lang="pt-PT" sz="1600" dirty="0"/>
              <a:t>(</a:t>
            </a:r>
            <a:r>
              <a:rPr lang="pt-PT" sz="1600" dirty="0" err="1"/>
              <a:t>all</a:t>
            </a:r>
            <a:r>
              <a:rPr lang="pt-PT" sz="1600" dirty="0"/>
              <a:t> records)</a:t>
            </a:r>
            <a:endParaRPr lang="pt-PT" dirty="0"/>
          </a:p>
        </p:txBody>
      </p:sp>
      <p:cxnSp>
        <p:nvCxnSpPr>
          <p:cNvPr id="90" name="Conexão reta unidirecional 89">
            <a:extLst>
              <a:ext uri="{FF2B5EF4-FFF2-40B4-BE49-F238E27FC236}">
                <a16:creationId xmlns:a16="http://schemas.microsoft.com/office/drawing/2014/main" id="{C6CB33E6-C1FF-35D9-EF61-DD258CA229F6}"/>
              </a:ext>
            </a:extLst>
          </p:cNvPr>
          <p:cNvCxnSpPr>
            <a:cxnSpLocks/>
            <a:stCxn id="73" idx="3"/>
            <a:endCxn id="88" idx="1"/>
          </p:cNvCxnSpPr>
          <p:nvPr/>
        </p:nvCxnSpPr>
        <p:spPr>
          <a:xfrm>
            <a:off x="5975545" y="8851664"/>
            <a:ext cx="788830" cy="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4" name="Conexão reta unidirecional 93">
            <a:extLst>
              <a:ext uri="{FF2B5EF4-FFF2-40B4-BE49-F238E27FC236}">
                <a16:creationId xmlns:a16="http://schemas.microsoft.com/office/drawing/2014/main" id="{B36866C3-4F0C-BDC7-1685-CA475986748F}"/>
              </a:ext>
            </a:extLst>
          </p:cNvPr>
          <p:cNvCxnSpPr>
            <a:cxnSpLocks/>
            <a:stCxn id="88" idx="0"/>
            <a:endCxn id="89" idx="2"/>
          </p:cNvCxnSpPr>
          <p:nvPr/>
        </p:nvCxnSpPr>
        <p:spPr>
          <a:xfrm flipH="1" flipV="1">
            <a:off x="9730011" y="8229516"/>
            <a:ext cx="5723" cy="26214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7" name="Losango 96">
            <a:extLst>
              <a:ext uri="{FF2B5EF4-FFF2-40B4-BE49-F238E27FC236}">
                <a16:creationId xmlns:a16="http://schemas.microsoft.com/office/drawing/2014/main" id="{BA093CF0-BED2-E607-F33B-165EDA8AD75F}"/>
              </a:ext>
            </a:extLst>
          </p:cNvPr>
          <p:cNvSpPr/>
          <p:nvPr/>
        </p:nvSpPr>
        <p:spPr>
          <a:xfrm>
            <a:off x="9877074" y="2952210"/>
            <a:ext cx="2476498" cy="1164909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1600" dirty="0">
              <a:solidFill>
                <a:schemeClr val="dk1"/>
              </a:solidFill>
            </a:endParaRPr>
          </a:p>
        </p:txBody>
      </p:sp>
      <p:sp>
        <p:nvSpPr>
          <p:cNvPr id="98" name="Retângulo 97">
            <a:extLst>
              <a:ext uri="{FF2B5EF4-FFF2-40B4-BE49-F238E27FC236}">
                <a16:creationId xmlns:a16="http://schemas.microsoft.com/office/drawing/2014/main" id="{5E422243-B949-847E-CB37-6679C5BE07DB}"/>
              </a:ext>
            </a:extLst>
          </p:cNvPr>
          <p:cNvSpPr/>
          <p:nvPr/>
        </p:nvSpPr>
        <p:spPr>
          <a:xfrm>
            <a:off x="10251323" y="3135324"/>
            <a:ext cx="174599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b="1" dirty="0">
                <a:solidFill>
                  <a:schemeClr val="dk1"/>
                </a:solidFill>
              </a:rPr>
              <a:t>Compara</a:t>
            </a:r>
          </a:p>
          <a:p>
            <a:pPr algn="ctr"/>
            <a:r>
              <a:rPr lang="pt-PT" sz="1600" dirty="0" err="1">
                <a:latin typeface="Consolas" panose="020B0609020204030204" pitchFamily="49" charset="0"/>
              </a:rPr>
              <a:t>lastUpdatedAt</a:t>
            </a:r>
            <a:r>
              <a:rPr lang="pt-PT" sz="1600" dirty="0">
                <a:solidFill>
                  <a:schemeClr val="dk1"/>
                </a:solidFill>
              </a:rPr>
              <a:t>?</a:t>
            </a: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2AC539F2-6E62-283D-A878-4E442E06CD18}"/>
              </a:ext>
            </a:extLst>
          </p:cNvPr>
          <p:cNvSpPr/>
          <p:nvPr/>
        </p:nvSpPr>
        <p:spPr>
          <a:xfrm>
            <a:off x="9554459" y="1758776"/>
            <a:ext cx="1471286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Atualiza localmente</a:t>
            </a:r>
            <a:endParaRPr lang="pt-PT" dirty="0"/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E0C7AB62-FB74-9DE9-B527-FDC9F74DF909}"/>
              </a:ext>
            </a:extLst>
          </p:cNvPr>
          <p:cNvSpPr/>
          <p:nvPr/>
        </p:nvSpPr>
        <p:spPr>
          <a:xfrm>
            <a:off x="11115322" y="1758776"/>
            <a:ext cx="1580323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Ignora</a:t>
            </a:r>
            <a:br>
              <a:rPr lang="pt-PT" b="1" dirty="0"/>
            </a:br>
            <a:r>
              <a:rPr lang="pt-PT" sz="1400" dirty="0"/>
              <a:t>(já sincronizado)</a:t>
            </a:r>
            <a:endParaRPr lang="pt-PT" dirty="0"/>
          </a:p>
        </p:txBody>
      </p:sp>
      <p:cxnSp>
        <p:nvCxnSpPr>
          <p:cNvPr id="105" name="Conexão reta unidirecional 17">
            <a:extLst>
              <a:ext uri="{FF2B5EF4-FFF2-40B4-BE49-F238E27FC236}">
                <a16:creationId xmlns:a16="http://schemas.microsoft.com/office/drawing/2014/main" id="{EC162F5C-D1D8-A9C5-9615-429BC20E945C}"/>
              </a:ext>
            </a:extLst>
          </p:cNvPr>
          <p:cNvCxnSpPr>
            <a:cxnSpLocks/>
            <a:stCxn id="97" idx="1"/>
            <a:endCxn id="102" idx="2"/>
          </p:cNvCxnSpPr>
          <p:nvPr/>
        </p:nvCxnSpPr>
        <p:spPr>
          <a:xfrm rot="10800000" flipH="1">
            <a:off x="9877074" y="2478777"/>
            <a:ext cx="413028" cy="1055889"/>
          </a:xfrm>
          <a:prstGeom prst="bentConnector4">
            <a:avLst>
              <a:gd name="adj1" fmla="val -55347"/>
              <a:gd name="adj2" fmla="val 77581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8" name="Conexão reta unidirecional 17">
            <a:extLst>
              <a:ext uri="{FF2B5EF4-FFF2-40B4-BE49-F238E27FC236}">
                <a16:creationId xmlns:a16="http://schemas.microsoft.com/office/drawing/2014/main" id="{7725BB62-1D59-C471-1852-D71925FEE24F}"/>
              </a:ext>
            </a:extLst>
          </p:cNvPr>
          <p:cNvCxnSpPr>
            <a:cxnSpLocks/>
            <a:stCxn id="97" idx="3"/>
          </p:cNvCxnSpPr>
          <p:nvPr/>
        </p:nvCxnSpPr>
        <p:spPr>
          <a:xfrm flipV="1">
            <a:off x="12353572" y="2478775"/>
            <a:ext cx="150848" cy="1055890"/>
          </a:xfrm>
          <a:prstGeom prst="bentConnector2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7E4833B3-6C36-E2E3-F244-183B0FE23715}"/>
              </a:ext>
            </a:extLst>
          </p:cNvPr>
          <p:cNvSpPr/>
          <p:nvPr/>
        </p:nvSpPr>
        <p:spPr>
          <a:xfrm>
            <a:off x="12225333" y="3469455"/>
            <a:ext cx="3770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562BC2C9-1A99-5DEB-F641-E055A038DC1D}"/>
              </a:ext>
            </a:extLst>
          </p:cNvPr>
          <p:cNvSpPr/>
          <p:nvPr/>
        </p:nvSpPr>
        <p:spPr>
          <a:xfrm>
            <a:off x="9607740" y="3469455"/>
            <a:ext cx="3770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ACAE35B0-B7E4-29AA-0D12-6A055D2F2EC3}"/>
              </a:ext>
            </a:extLst>
          </p:cNvPr>
          <p:cNvSpPr/>
          <p:nvPr/>
        </p:nvSpPr>
        <p:spPr>
          <a:xfrm>
            <a:off x="10251322" y="6408824"/>
            <a:ext cx="2444323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Itera registos remotos</a:t>
            </a:r>
          </a:p>
        </p:txBody>
      </p:sp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1EC73A4C-C09B-8DF8-4D93-FF1F3534EE92}"/>
              </a:ext>
            </a:extLst>
          </p:cNvPr>
          <p:cNvSpPr/>
          <p:nvPr/>
        </p:nvSpPr>
        <p:spPr>
          <a:xfrm>
            <a:off x="6325179" y="305990"/>
            <a:ext cx="6383742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Fim de sincronização</a:t>
            </a:r>
            <a:endParaRPr lang="pt-PT" dirty="0"/>
          </a:p>
        </p:txBody>
      </p:sp>
      <p:cxnSp>
        <p:nvCxnSpPr>
          <p:cNvPr id="119" name="Conexão reta unidirecional 118">
            <a:extLst>
              <a:ext uri="{FF2B5EF4-FFF2-40B4-BE49-F238E27FC236}">
                <a16:creationId xmlns:a16="http://schemas.microsoft.com/office/drawing/2014/main" id="{D5042DB2-1194-27A8-6C83-FB725B3D2E99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11905484" y="1025990"/>
            <a:ext cx="0" cy="7327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4" name="Conexão reta unidirecional 123">
            <a:extLst>
              <a:ext uri="{FF2B5EF4-FFF2-40B4-BE49-F238E27FC236}">
                <a16:creationId xmlns:a16="http://schemas.microsoft.com/office/drawing/2014/main" id="{8842345B-82CA-F011-E74B-55CA115F49A3}"/>
              </a:ext>
            </a:extLst>
          </p:cNvPr>
          <p:cNvCxnSpPr>
            <a:cxnSpLocks/>
            <a:endCxn id="113" idx="2"/>
          </p:cNvCxnSpPr>
          <p:nvPr/>
        </p:nvCxnSpPr>
        <p:spPr>
          <a:xfrm flipV="1">
            <a:off x="11473483" y="7128824"/>
            <a:ext cx="1" cy="38069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7" name="Losango 126">
            <a:extLst>
              <a:ext uri="{FF2B5EF4-FFF2-40B4-BE49-F238E27FC236}">
                <a16:creationId xmlns:a16="http://schemas.microsoft.com/office/drawing/2014/main" id="{EAB795B0-B1D2-A9C0-4ED5-3EC99908FDDF}"/>
              </a:ext>
            </a:extLst>
          </p:cNvPr>
          <p:cNvSpPr/>
          <p:nvPr/>
        </p:nvSpPr>
        <p:spPr>
          <a:xfrm>
            <a:off x="10219148" y="4800600"/>
            <a:ext cx="2476498" cy="1164909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1600" dirty="0">
              <a:solidFill>
                <a:schemeClr val="dk1"/>
              </a:solidFill>
            </a:endParaRPr>
          </a:p>
        </p:txBody>
      </p:sp>
      <p:sp>
        <p:nvSpPr>
          <p:cNvPr id="128" name="Retângulo 127">
            <a:extLst>
              <a:ext uri="{FF2B5EF4-FFF2-40B4-BE49-F238E27FC236}">
                <a16:creationId xmlns:a16="http://schemas.microsoft.com/office/drawing/2014/main" id="{F17B4BF2-1FB2-5687-13D1-D0B3457B2E6B}"/>
              </a:ext>
            </a:extLst>
          </p:cNvPr>
          <p:cNvSpPr/>
          <p:nvPr/>
        </p:nvSpPr>
        <p:spPr>
          <a:xfrm>
            <a:off x="10733832" y="5010009"/>
            <a:ext cx="149387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b="1" dirty="0">
                <a:solidFill>
                  <a:schemeClr val="dk1"/>
                </a:solidFill>
              </a:rPr>
              <a:t>Existe</a:t>
            </a:r>
            <a:br>
              <a:rPr lang="pt-PT" b="1" dirty="0">
                <a:solidFill>
                  <a:schemeClr val="dk1"/>
                </a:solidFill>
              </a:rPr>
            </a:br>
            <a:r>
              <a:rPr lang="pt-PT" b="1" dirty="0">
                <a:solidFill>
                  <a:schemeClr val="dk1"/>
                </a:solidFill>
              </a:rPr>
              <a:t>localmente?</a:t>
            </a:r>
            <a:endParaRPr lang="pt-PT" sz="1600" dirty="0">
              <a:solidFill>
                <a:schemeClr val="dk1"/>
              </a:solidFill>
            </a:endParaRPr>
          </a:p>
        </p:txBody>
      </p:sp>
      <p:sp>
        <p:nvSpPr>
          <p:cNvPr id="129" name="Retângulo: Cantos Arredondados 128">
            <a:extLst>
              <a:ext uri="{FF2B5EF4-FFF2-40B4-BE49-F238E27FC236}">
                <a16:creationId xmlns:a16="http://schemas.microsoft.com/office/drawing/2014/main" id="{2CD8294A-DD70-28E6-7BB8-194D58874442}"/>
              </a:ext>
            </a:extLst>
          </p:cNvPr>
          <p:cNvSpPr/>
          <p:nvPr/>
        </p:nvSpPr>
        <p:spPr>
          <a:xfrm>
            <a:off x="7972822" y="1758776"/>
            <a:ext cx="1471286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Guarda</a:t>
            </a:r>
            <a:br>
              <a:rPr lang="pt-PT" b="1" dirty="0"/>
            </a:br>
            <a:r>
              <a:rPr lang="pt-PT" b="1" dirty="0"/>
              <a:t>localmente</a:t>
            </a:r>
            <a:endParaRPr lang="pt-PT" dirty="0"/>
          </a:p>
        </p:txBody>
      </p:sp>
      <p:cxnSp>
        <p:nvCxnSpPr>
          <p:cNvPr id="130" name="Conexão reta unidirecional 129">
            <a:extLst>
              <a:ext uri="{FF2B5EF4-FFF2-40B4-BE49-F238E27FC236}">
                <a16:creationId xmlns:a16="http://schemas.microsoft.com/office/drawing/2014/main" id="{21EFCB10-9377-CF22-C2BA-BA9AFAD4D983}"/>
              </a:ext>
            </a:extLst>
          </p:cNvPr>
          <p:cNvCxnSpPr>
            <a:cxnSpLocks/>
            <a:endCxn id="127" idx="2"/>
          </p:cNvCxnSpPr>
          <p:nvPr/>
        </p:nvCxnSpPr>
        <p:spPr>
          <a:xfrm flipV="1">
            <a:off x="11457397" y="5965509"/>
            <a:ext cx="0" cy="44331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50291D36-7DDD-C748-2A8C-A5C8CF4D4853}"/>
              </a:ext>
            </a:extLst>
          </p:cNvPr>
          <p:cNvSpPr/>
          <p:nvPr/>
        </p:nvSpPr>
        <p:spPr>
          <a:xfrm>
            <a:off x="11483504" y="4438694"/>
            <a:ext cx="6960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</a:t>
            </a:r>
          </a:p>
        </p:txBody>
      </p:sp>
      <p:cxnSp>
        <p:nvCxnSpPr>
          <p:cNvPr id="138" name="Conexão reta unidirecional 17">
            <a:extLst>
              <a:ext uri="{FF2B5EF4-FFF2-40B4-BE49-F238E27FC236}">
                <a16:creationId xmlns:a16="http://schemas.microsoft.com/office/drawing/2014/main" id="{A90B06D9-B205-8DDB-0949-DA20C66B4941}"/>
              </a:ext>
            </a:extLst>
          </p:cNvPr>
          <p:cNvCxnSpPr>
            <a:cxnSpLocks/>
            <a:stCxn id="127" idx="0"/>
            <a:endCxn id="97" idx="2"/>
          </p:cNvCxnSpPr>
          <p:nvPr/>
        </p:nvCxnSpPr>
        <p:spPr>
          <a:xfrm rot="16200000" flipV="1">
            <a:off x="10944620" y="4287823"/>
            <a:ext cx="683481" cy="342074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489DE72C-DB3F-76B2-B7FC-1EFFBFDE6AEF}"/>
              </a:ext>
            </a:extLst>
          </p:cNvPr>
          <p:cNvSpPr/>
          <p:nvPr/>
        </p:nvSpPr>
        <p:spPr>
          <a:xfrm>
            <a:off x="10131537" y="4800599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cxnSp>
        <p:nvCxnSpPr>
          <p:cNvPr id="143" name="Conexão reta unidirecional 142">
            <a:extLst>
              <a:ext uri="{FF2B5EF4-FFF2-40B4-BE49-F238E27FC236}">
                <a16:creationId xmlns:a16="http://schemas.microsoft.com/office/drawing/2014/main" id="{31DF6904-68AA-29F7-8214-B2690DABC9BB}"/>
              </a:ext>
            </a:extLst>
          </p:cNvPr>
          <p:cNvCxnSpPr>
            <a:cxnSpLocks/>
            <a:stCxn id="102" idx="0"/>
          </p:cNvCxnSpPr>
          <p:nvPr/>
        </p:nvCxnSpPr>
        <p:spPr>
          <a:xfrm flipV="1">
            <a:off x="10290102" y="1025990"/>
            <a:ext cx="0" cy="7327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2" name="Retângulo: Cantos Arredondados 161">
            <a:extLst>
              <a:ext uri="{FF2B5EF4-FFF2-40B4-BE49-F238E27FC236}">
                <a16:creationId xmlns:a16="http://schemas.microsoft.com/office/drawing/2014/main" id="{95665AB1-DE01-89CB-FF1A-A9F1CD744649}"/>
              </a:ext>
            </a:extLst>
          </p:cNvPr>
          <p:cNvSpPr/>
          <p:nvPr/>
        </p:nvSpPr>
        <p:spPr>
          <a:xfrm>
            <a:off x="6402687" y="1758776"/>
            <a:ext cx="1485185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Elimina</a:t>
            </a:r>
            <a:br>
              <a:rPr lang="pt-PT" b="1" dirty="0"/>
            </a:br>
            <a:r>
              <a:rPr lang="pt-PT" b="1" dirty="0"/>
              <a:t>localmente</a:t>
            </a:r>
          </a:p>
        </p:txBody>
      </p:sp>
      <p:cxnSp>
        <p:nvCxnSpPr>
          <p:cNvPr id="167" name="Conexão reta unidirecional 166">
            <a:extLst>
              <a:ext uri="{FF2B5EF4-FFF2-40B4-BE49-F238E27FC236}">
                <a16:creationId xmlns:a16="http://schemas.microsoft.com/office/drawing/2014/main" id="{7DF5ACD3-B6C9-7B6D-7C08-74E6B7BE6E4B}"/>
              </a:ext>
            </a:extLst>
          </p:cNvPr>
          <p:cNvCxnSpPr>
            <a:cxnSpLocks/>
            <a:stCxn id="162" idx="0"/>
          </p:cNvCxnSpPr>
          <p:nvPr/>
        </p:nvCxnSpPr>
        <p:spPr>
          <a:xfrm flipV="1">
            <a:off x="7145280" y="1025990"/>
            <a:ext cx="0" cy="7327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EFA250CC-C389-381C-C8EC-35C7A284B402}"/>
              </a:ext>
            </a:extLst>
          </p:cNvPr>
          <p:cNvSpPr/>
          <p:nvPr/>
        </p:nvSpPr>
        <p:spPr>
          <a:xfrm>
            <a:off x="6764375" y="6408824"/>
            <a:ext cx="2616725" cy="720000"/>
          </a:xfrm>
          <a:prstGeom prst="roundRect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b="1" dirty="0"/>
              <a:t>Itera registos locais</a:t>
            </a:r>
            <a:endParaRPr lang="pt-PT" dirty="0"/>
          </a:p>
        </p:txBody>
      </p:sp>
      <p:cxnSp>
        <p:nvCxnSpPr>
          <p:cNvPr id="192" name="Conexão reta unidirecional 191">
            <a:extLst>
              <a:ext uri="{FF2B5EF4-FFF2-40B4-BE49-F238E27FC236}">
                <a16:creationId xmlns:a16="http://schemas.microsoft.com/office/drawing/2014/main" id="{C16A2FEB-7CE8-EF16-706B-D044C3C96213}"/>
              </a:ext>
            </a:extLst>
          </p:cNvPr>
          <p:cNvCxnSpPr>
            <a:cxnSpLocks/>
            <a:endCxn id="183" idx="2"/>
          </p:cNvCxnSpPr>
          <p:nvPr/>
        </p:nvCxnSpPr>
        <p:spPr>
          <a:xfrm flipV="1">
            <a:off x="8072738" y="7128824"/>
            <a:ext cx="0" cy="38069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8" name="Losango 197">
            <a:extLst>
              <a:ext uri="{FF2B5EF4-FFF2-40B4-BE49-F238E27FC236}">
                <a16:creationId xmlns:a16="http://schemas.microsoft.com/office/drawing/2014/main" id="{97430353-C3E3-0E27-2FAA-C09FE2BAEB61}"/>
              </a:ext>
            </a:extLst>
          </p:cNvPr>
          <p:cNvSpPr/>
          <p:nvPr/>
        </p:nvSpPr>
        <p:spPr>
          <a:xfrm>
            <a:off x="6853537" y="4800600"/>
            <a:ext cx="2444325" cy="1164909"/>
          </a:xfrm>
          <a:prstGeom prst="diamond">
            <a:avLst/>
          </a:prstGeom>
          <a:ln w="317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1600" dirty="0">
              <a:solidFill>
                <a:schemeClr val="dk1"/>
              </a:solidFill>
            </a:endParaRPr>
          </a:p>
        </p:txBody>
      </p:sp>
      <p:sp>
        <p:nvSpPr>
          <p:cNvPr id="199" name="Retângulo 198">
            <a:extLst>
              <a:ext uri="{FF2B5EF4-FFF2-40B4-BE49-F238E27FC236}">
                <a16:creationId xmlns:a16="http://schemas.microsoft.com/office/drawing/2014/main" id="{83044D0B-9D2C-0D6B-D87F-DF806ED19347}"/>
              </a:ext>
            </a:extLst>
          </p:cNvPr>
          <p:cNvSpPr/>
          <p:nvPr/>
        </p:nvSpPr>
        <p:spPr>
          <a:xfrm>
            <a:off x="7208462" y="4981226"/>
            <a:ext cx="17285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b="1" dirty="0">
                <a:solidFill>
                  <a:schemeClr val="dk1"/>
                </a:solidFill>
              </a:rPr>
              <a:t>Existe</a:t>
            </a:r>
            <a:br>
              <a:rPr lang="pt-PT" b="1" dirty="0">
                <a:solidFill>
                  <a:schemeClr val="dk1"/>
                </a:solidFill>
              </a:rPr>
            </a:br>
            <a:r>
              <a:rPr lang="pt-PT" b="1" dirty="0">
                <a:solidFill>
                  <a:schemeClr val="dk1"/>
                </a:solidFill>
              </a:rPr>
              <a:t>remotamente?</a:t>
            </a:r>
            <a:endParaRPr lang="pt-PT" sz="1600" dirty="0">
              <a:solidFill>
                <a:schemeClr val="dk1"/>
              </a:solidFill>
            </a:endParaRPr>
          </a:p>
        </p:txBody>
      </p:sp>
      <p:cxnSp>
        <p:nvCxnSpPr>
          <p:cNvPr id="201" name="Conexão reta unidirecional 17">
            <a:extLst>
              <a:ext uri="{FF2B5EF4-FFF2-40B4-BE49-F238E27FC236}">
                <a16:creationId xmlns:a16="http://schemas.microsoft.com/office/drawing/2014/main" id="{06231D03-AC31-0FC9-7C8D-B896238A84BE}"/>
              </a:ext>
            </a:extLst>
          </p:cNvPr>
          <p:cNvCxnSpPr>
            <a:cxnSpLocks/>
            <a:stCxn id="198" idx="0"/>
            <a:endCxn id="162" idx="2"/>
          </p:cNvCxnSpPr>
          <p:nvPr/>
        </p:nvCxnSpPr>
        <p:spPr>
          <a:xfrm rot="16200000" flipV="1">
            <a:off x="6449578" y="3174478"/>
            <a:ext cx="2321824" cy="930420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4" name="Retângulo 203">
            <a:extLst>
              <a:ext uri="{FF2B5EF4-FFF2-40B4-BE49-F238E27FC236}">
                <a16:creationId xmlns:a16="http://schemas.microsoft.com/office/drawing/2014/main" id="{7E1169EA-C4FB-BE2D-7E96-37FC5FC01917}"/>
              </a:ext>
            </a:extLst>
          </p:cNvPr>
          <p:cNvSpPr/>
          <p:nvPr/>
        </p:nvSpPr>
        <p:spPr>
          <a:xfrm>
            <a:off x="7419129" y="4457788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</a:t>
            </a:r>
          </a:p>
        </p:txBody>
      </p:sp>
      <p:cxnSp>
        <p:nvCxnSpPr>
          <p:cNvPr id="206" name="Conexão reta unidirecional 205">
            <a:extLst>
              <a:ext uri="{FF2B5EF4-FFF2-40B4-BE49-F238E27FC236}">
                <a16:creationId xmlns:a16="http://schemas.microsoft.com/office/drawing/2014/main" id="{0B646F89-9FBA-26F2-9B60-0CF5BA8CE23F}"/>
              </a:ext>
            </a:extLst>
          </p:cNvPr>
          <p:cNvCxnSpPr>
            <a:cxnSpLocks/>
            <a:stCxn id="183" idx="0"/>
            <a:endCxn id="198" idx="2"/>
          </p:cNvCxnSpPr>
          <p:nvPr/>
        </p:nvCxnSpPr>
        <p:spPr>
          <a:xfrm flipV="1">
            <a:off x="8072738" y="5965509"/>
            <a:ext cx="2962" cy="44331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6" name="Conexão reta unidirecional 225">
            <a:extLst>
              <a:ext uri="{FF2B5EF4-FFF2-40B4-BE49-F238E27FC236}">
                <a16:creationId xmlns:a16="http://schemas.microsoft.com/office/drawing/2014/main" id="{68C5D8A9-E83E-D4BB-1A8C-485F86B532B8}"/>
              </a:ext>
            </a:extLst>
          </p:cNvPr>
          <p:cNvCxnSpPr>
            <a:cxnSpLocks/>
            <a:stCxn id="129" idx="0"/>
          </p:cNvCxnSpPr>
          <p:nvPr/>
        </p:nvCxnSpPr>
        <p:spPr>
          <a:xfrm flipV="1">
            <a:off x="8708465" y="1025990"/>
            <a:ext cx="0" cy="7327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0" name="Conexão reta unidirecional 17">
            <a:extLst>
              <a:ext uri="{FF2B5EF4-FFF2-40B4-BE49-F238E27FC236}">
                <a16:creationId xmlns:a16="http://schemas.microsoft.com/office/drawing/2014/main" id="{C5CC29B3-DD69-843C-6B9D-7DC637681668}"/>
              </a:ext>
            </a:extLst>
          </p:cNvPr>
          <p:cNvCxnSpPr>
            <a:cxnSpLocks/>
            <a:endCxn id="129" idx="2"/>
          </p:cNvCxnSpPr>
          <p:nvPr/>
        </p:nvCxnSpPr>
        <p:spPr>
          <a:xfrm rot="16200000" flipV="1">
            <a:off x="8173848" y="3013393"/>
            <a:ext cx="2578484" cy="1509249"/>
          </a:xfrm>
          <a:prstGeom prst="bentConnector3">
            <a:avLst>
              <a:gd name="adj1" fmla="val 25619"/>
            </a:avLst>
          </a:prstGeom>
          <a:ln w="31750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0" name="Conexão reta 269">
            <a:extLst>
              <a:ext uri="{FF2B5EF4-FFF2-40B4-BE49-F238E27FC236}">
                <a16:creationId xmlns:a16="http://schemas.microsoft.com/office/drawing/2014/main" id="{65C64211-5106-EB2B-8C39-55643A0DB73D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10219148" y="5010009"/>
            <a:ext cx="0" cy="373046"/>
          </a:xfrm>
          <a:prstGeom prst="line">
            <a:avLst/>
          </a:prstGeom>
          <a:ln w="3175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902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3982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</TotalTime>
  <Words>616</Words>
  <Application>Microsoft Office PowerPoint</Application>
  <PresentationFormat>Papel A3 (297x420 mm)</PresentationFormat>
  <Paragraphs>197</Paragraphs>
  <Slides>14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Cavolini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Cartaz ZCAP</dc:title>
  <dc:creator>Luis Alves, Gonlçalo Dimas</dc:creator>
  <cp:lastModifiedBy>Olivia Dias</cp:lastModifiedBy>
  <cp:revision>20</cp:revision>
  <dcterms:created xsi:type="dcterms:W3CDTF">2025-06-01T20:17:08Z</dcterms:created>
  <dcterms:modified xsi:type="dcterms:W3CDTF">2025-07-20T10:19:40Z</dcterms:modified>
</cp:coreProperties>
</file>