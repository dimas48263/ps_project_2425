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08" r:id="rId1"/>
  </p:sldMasterIdLst>
  <p:notesMasterIdLst>
    <p:notesMasterId r:id="rId7"/>
  </p:notesMasterIdLst>
  <p:sldIdLst>
    <p:sldId id="256" r:id="rId2"/>
    <p:sldId id="258" r:id="rId3"/>
    <p:sldId id="257" r:id="rId4"/>
    <p:sldId id="259" r:id="rId5"/>
    <p:sldId id="260" r:id="rId6"/>
  </p:sldIdLst>
  <p:sldSz cx="12801600" cy="9601200" type="A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C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5" d="100"/>
          <a:sy n="75" d="100"/>
        </p:scale>
        <p:origin x="912" y="78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24B8A6B5-9B2C-490E-AB4F-1F0C8AEC39D5}" type="doc">
      <dgm:prSet loTypeId="urn:microsoft.com/office/officeart/2005/8/layout/hierarchy4" loCatId="hierarchy" qsTypeId="urn:microsoft.com/office/officeart/2005/8/quickstyle/3d2" qsCatId="3D" csTypeId="urn:microsoft.com/office/officeart/2005/8/colors/accent1_2" csCatId="accent1" phldr="1"/>
      <dgm:spPr/>
      <dgm:t>
        <a:bodyPr/>
        <a:lstStyle/>
        <a:p>
          <a:endParaRPr lang="pt-PT"/>
        </a:p>
      </dgm:t>
    </dgm:pt>
    <dgm:pt modelId="{06D81479-1BCA-49E2-9148-00D5A629A8F4}">
      <dgm:prSet phldrT="[Texto]" custT="1"/>
      <dgm:spPr/>
      <dgm:t>
        <a:bodyPr/>
        <a:lstStyle/>
        <a:p>
          <a:r>
            <a:rPr lang="pt-PT" sz="1800" dirty="0"/>
            <a:t>País</a:t>
          </a:r>
        </a:p>
      </dgm:t>
    </dgm:pt>
    <dgm:pt modelId="{A4BA32AD-D049-4640-99D4-6DF966E94419}" type="parTrans" cxnId="{FB94A0FB-9606-4426-A639-C1F7BEE1F0AE}">
      <dgm:prSet/>
      <dgm:spPr/>
      <dgm:t>
        <a:bodyPr/>
        <a:lstStyle/>
        <a:p>
          <a:endParaRPr lang="pt-PT" sz="1800"/>
        </a:p>
      </dgm:t>
    </dgm:pt>
    <dgm:pt modelId="{56C64573-4C67-4ACF-81F8-0C76026D7B29}" type="sibTrans" cxnId="{FB94A0FB-9606-4426-A639-C1F7BEE1F0AE}">
      <dgm:prSet/>
      <dgm:spPr/>
      <dgm:t>
        <a:bodyPr/>
        <a:lstStyle/>
        <a:p>
          <a:endParaRPr lang="pt-PT" sz="1800"/>
        </a:p>
      </dgm:t>
    </dgm:pt>
    <dgm:pt modelId="{7B7FB75B-2273-4505-BD23-EC2C8E1820C7}">
      <dgm:prSet phldrT="[Texto]" custT="1"/>
      <dgm:spPr/>
      <dgm:t>
        <a:bodyPr/>
        <a:lstStyle/>
        <a:p>
          <a:r>
            <a:rPr lang="pt-PT" sz="1800" dirty="0"/>
            <a:t>Distrito</a:t>
          </a:r>
        </a:p>
      </dgm:t>
    </dgm:pt>
    <dgm:pt modelId="{C05930FC-CE37-4145-8A43-6FEDB6787155}" type="parTrans" cxnId="{6790DC7F-3585-4755-9D2E-718CFFB7B7BB}">
      <dgm:prSet/>
      <dgm:spPr/>
      <dgm:t>
        <a:bodyPr/>
        <a:lstStyle/>
        <a:p>
          <a:endParaRPr lang="pt-PT" sz="1800"/>
        </a:p>
      </dgm:t>
    </dgm:pt>
    <dgm:pt modelId="{DBF357B8-8180-4FB8-9B47-E90000F2E4BA}" type="sibTrans" cxnId="{6790DC7F-3585-4755-9D2E-718CFFB7B7BB}">
      <dgm:prSet/>
      <dgm:spPr/>
      <dgm:t>
        <a:bodyPr/>
        <a:lstStyle/>
        <a:p>
          <a:endParaRPr lang="pt-PT" sz="1800"/>
        </a:p>
      </dgm:t>
    </dgm:pt>
    <dgm:pt modelId="{5C0DB8F9-4463-4A34-A1BF-48A2768ADBDA}">
      <dgm:prSet phldrT="[Texto]" custT="1"/>
      <dgm:spPr/>
      <dgm:t>
        <a:bodyPr/>
        <a:lstStyle/>
        <a:p>
          <a:r>
            <a:rPr lang="pt-PT" sz="1800" dirty="0"/>
            <a:t>Região</a:t>
          </a:r>
        </a:p>
      </dgm:t>
    </dgm:pt>
    <dgm:pt modelId="{754798F3-4360-4F8E-B320-4D808A85AC91}" type="parTrans" cxnId="{CB767942-00EC-4877-B345-77E1E395FEE2}">
      <dgm:prSet/>
      <dgm:spPr/>
      <dgm:t>
        <a:bodyPr/>
        <a:lstStyle/>
        <a:p>
          <a:endParaRPr lang="pt-PT" sz="1800"/>
        </a:p>
      </dgm:t>
    </dgm:pt>
    <dgm:pt modelId="{52A6D135-7D2D-4F89-AFFE-2BB35848791C}" type="sibTrans" cxnId="{CB767942-00EC-4877-B345-77E1E395FEE2}">
      <dgm:prSet/>
      <dgm:spPr/>
      <dgm:t>
        <a:bodyPr/>
        <a:lstStyle/>
        <a:p>
          <a:endParaRPr lang="pt-PT" sz="1800"/>
        </a:p>
      </dgm:t>
    </dgm:pt>
    <dgm:pt modelId="{A58E6728-D14E-4E01-BB84-78E963FB8B44}">
      <dgm:prSet phldrT="[Texto]" custT="1"/>
      <dgm:spPr/>
      <dgm:t>
        <a:bodyPr/>
        <a:lstStyle/>
        <a:p>
          <a:r>
            <a:rPr lang="pt-PT" sz="1800" dirty="0"/>
            <a:t>Portugal</a:t>
          </a:r>
        </a:p>
      </dgm:t>
    </dgm:pt>
    <dgm:pt modelId="{23EE80DE-6FDB-4D09-AFDE-8CF6B84205E9}" type="parTrans" cxnId="{8613D036-0686-4E2A-A912-DBDA2AE6373F}">
      <dgm:prSet/>
      <dgm:spPr/>
      <dgm:t>
        <a:bodyPr/>
        <a:lstStyle/>
        <a:p>
          <a:endParaRPr lang="pt-PT" sz="1800"/>
        </a:p>
      </dgm:t>
    </dgm:pt>
    <dgm:pt modelId="{272266FD-B51D-4FD6-A0C6-973D828AA727}" type="sibTrans" cxnId="{8613D036-0686-4E2A-A912-DBDA2AE6373F}">
      <dgm:prSet/>
      <dgm:spPr/>
      <dgm:t>
        <a:bodyPr/>
        <a:lstStyle/>
        <a:p>
          <a:endParaRPr lang="pt-PT" sz="1800"/>
        </a:p>
      </dgm:t>
    </dgm:pt>
    <dgm:pt modelId="{C992632D-E7E0-4B0A-8ED8-28BCDB642157}">
      <dgm:prSet phldrT="[Texto]" custT="1"/>
      <dgm:spPr/>
      <dgm:t>
        <a:bodyPr/>
        <a:lstStyle/>
        <a:p>
          <a:r>
            <a:rPr lang="pt-PT" sz="1800" dirty="0"/>
            <a:t>Portugal Continental</a:t>
          </a:r>
        </a:p>
      </dgm:t>
    </dgm:pt>
    <dgm:pt modelId="{5166EBD8-FD08-4842-BD94-5A57C6A10FD5}" type="parTrans" cxnId="{98C1608D-45D6-4D5F-B2E8-32C34F827133}">
      <dgm:prSet/>
      <dgm:spPr/>
      <dgm:t>
        <a:bodyPr/>
        <a:lstStyle/>
        <a:p>
          <a:endParaRPr lang="pt-PT" sz="1800"/>
        </a:p>
      </dgm:t>
    </dgm:pt>
    <dgm:pt modelId="{051812F8-0F63-4FC1-8DB7-339974B91762}" type="sibTrans" cxnId="{98C1608D-45D6-4D5F-B2E8-32C34F827133}">
      <dgm:prSet/>
      <dgm:spPr/>
      <dgm:t>
        <a:bodyPr/>
        <a:lstStyle/>
        <a:p>
          <a:endParaRPr lang="pt-PT" sz="1800"/>
        </a:p>
      </dgm:t>
    </dgm:pt>
    <dgm:pt modelId="{E495D769-C069-4428-B0FB-9993D8B968CA}">
      <dgm:prSet phldrT="[Texto]" custT="1"/>
      <dgm:spPr/>
      <dgm:t>
        <a:bodyPr/>
        <a:lstStyle/>
        <a:p>
          <a:r>
            <a:rPr lang="pt-PT" sz="1800" b="0" i="0" dirty="0"/>
            <a:t>Almeirim</a:t>
          </a:r>
          <a:endParaRPr lang="pt-PT" sz="1800" b="0" dirty="0"/>
        </a:p>
      </dgm:t>
    </dgm:pt>
    <dgm:pt modelId="{4FD6F8E2-8F2C-4461-A1D4-D75593E8DC86}" type="parTrans" cxnId="{787B3405-C26B-4038-B8CA-D41660D74B37}">
      <dgm:prSet/>
      <dgm:spPr/>
      <dgm:t>
        <a:bodyPr/>
        <a:lstStyle/>
        <a:p>
          <a:endParaRPr lang="pt-PT" sz="1800"/>
        </a:p>
      </dgm:t>
    </dgm:pt>
    <dgm:pt modelId="{D915D6A9-BF73-4976-A3AE-7E7E2B0927AD}" type="sibTrans" cxnId="{787B3405-C26B-4038-B8CA-D41660D74B37}">
      <dgm:prSet/>
      <dgm:spPr/>
      <dgm:t>
        <a:bodyPr/>
        <a:lstStyle/>
        <a:p>
          <a:endParaRPr lang="pt-PT" sz="1800"/>
        </a:p>
      </dgm:t>
    </dgm:pt>
    <dgm:pt modelId="{DFE6EF3F-AA8C-4798-B61D-D940B1E3E92C}">
      <dgm:prSet phldrT="[Texto]" custT="1"/>
      <dgm:spPr/>
      <dgm:t>
        <a:bodyPr/>
        <a:lstStyle/>
        <a:p>
          <a:r>
            <a:rPr lang="pt-PT" sz="1800" dirty="0"/>
            <a:t>Sub-Região</a:t>
          </a:r>
        </a:p>
      </dgm:t>
    </dgm:pt>
    <dgm:pt modelId="{561AFE30-61C2-48BA-B77E-8EA14AB53004}" type="parTrans" cxnId="{40CDD30B-ED7C-4B8B-8ABF-81A2467070A1}">
      <dgm:prSet/>
      <dgm:spPr/>
      <dgm:t>
        <a:bodyPr/>
        <a:lstStyle/>
        <a:p>
          <a:endParaRPr lang="pt-PT" sz="1800"/>
        </a:p>
      </dgm:t>
    </dgm:pt>
    <dgm:pt modelId="{2886DA5B-FBB0-42BF-9D55-603254EABD96}" type="sibTrans" cxnId="{40CDD30B-ED7C-4B8B-8ABF-81A2467070A1}">
      <dgm:prSet/>
      <dgm:spPr/>
      <dgm:t>
        <a:bodyPr/>
        <a:lstStyle/>
        <a:p>
          <a:endParaRPr lang="pt-PT" sz="1800"/>
        </a:p>
      </dgm:t>
    </dgm:pt>
    <dgm:pt modelId="{1C9DA7BF-17EB-40B4-A7ED-0CA59F5755BD}">
      <dgm:prSet phldrT="[Texto]" custT="1"/>
      <dgm:spPr/>
      <dgm:t>
        <a:bodyPr/>
        <a:lstStyle/>
        <a:p>
          <a:r>
            <a:rPr lang="pt-PT" sz="1800" dirty="0"/>
            <a:t>Freguesia</a:t>
          </a:r>
        </a:p>
      </dgm:t>
    </dgm:pt>
    <dgm:pt modelId="{3B82D220-8C6F-48D8-9910-5EAF614415A3}" type="parTrans" cxnId="{A2046929-E551-47CC-8352-AC38B60F9BD5}">
      <dgm:prSet/>
      <dgm:spPr/>
      <dgm:t>
        <a:bodyPr/>
        <a:lstStyle/>
        <a:p>
          <a:endParaRPr lang="pt-PT" sz="1800"/>
        </a:p>
      </dgm:t>
    </dgm:pt>
    <dgm:pt modelId="{6E55B0FE-7797-43BE-BD51-FCC4DC49D426}" type="sibTrans" cxnId="{A2046929-E551-47CC-8352-AC38B60F9BD5}">
      <dgm:prSet/>
      <dgm:spPr/>
      <dgm:t>
        <a:bodyPr/>
        <a:lstStyle/>
        <a:p>
          <a:endParaRPr lang="pt-PT" sz="1800"/>
        </a:p>
      </dgm:t>
    </dgm:pt>
    <dgm:pt modelId="{3829E93A-EE80-4D04-973A-8673F1DBF5CC}">
      <dgm:prSet phldrT="[Texto]" custT="1"/>
      <dgm:spPr/>
      <dgm:t>
        <a:bodyPr/>
        <a:lstStyle/>
        <a:p>
          <a:r>
            <a:rPr lang="pt-PT" sz="1800" dirty="0"/>
            <a:t>Município</a:t>
          </a:r>
        </a:p>
      </dgm:t>
    </dgm:pt>
    <dgm:pt modelId="{5E9889A6-B1A3-4341-84D6-8CCC5CD79116}" type="parTrans" cxnId="{3E46692F-2C39-4B77-A64C-87BDB86FFEDE}">
      <dgm:prSet/>
      <dgm:spPr/>
      <dgm:t>
        <a:bodyPr/>
        <a:lstStyle/>
        <a:p>
          <a:endParaRPr lang="pt-PT" sz="1800"/>
        </a:p>
      </dgm:t>
    </dgm:pt>
    <dgm:pt modelId="{008DE349-6D48-444C-BF4C-62DA9EAF1B7B}" type="sibTrans" cxnId="{3E46692F-2C39-4B77-A64C-87BDB86FFEDE}">
      <dgm:prSet/>
      <dgm:spPr/>
      <dgm:t>
        <a:bodyPr/>
        <a:lstStyle/>
        <a:p>
          <a:endParaRPr lang="pt-PT" sz="1800"/>
        </a:p>
      </dgm:t>
    </dgm:pt>
    <dgm:pt modelId="{9651B6FD-DA2C-469C-9230-BF867CD31929}">
      <dgm:prSet phldrT="[Texto]" custT="1"/>
      <dgm:spPr/>
      <dgm:t>
        <a:bodyPr/>
        <a:lstStyle/>
        <a:p>
          <a:r>
            <a:rPr lang="pt-PT" sz="1800" dirty="0"/>
            <a:t>Oeste e Vale do Tejo</a:t>
          </a:r>
        </a:p>
      </dgm:t>
    </dgm:pt>
    <dgm:pt modelId="{FBB76FD8-40B1-4040-8B91-19BCAF175CEA}" type="parTrans" cxnId="{BC91C3B2-DD2C-47D5-A0E3-F4F7D8360C74}">
      <dgm:prSet/>
      <dgm:spPr/>
      <dgm:t>
        <a:bodyPr/>
        <a:lstStyle/>
        <a:p>
          <a:endParaRPr lang="pt-PT" sz="1800"/>
        </a:p>
      </dgm:t>
    </dgm:pt>
    <dgm:pt modelId="{EECD535D-1026-442D-B13B-BEF2EF927DA0}" type="sibTrans" cxnId="{BC91C3B2-DD2C-47D5-A0E3-F4F7D8360C74}">
      <dgm:prSet/>
      <dgm:spPr/>
      <dgm:t>
        <a:bodyPr/>
        <a:lstStyle/>
        <a:p>
          <a:endParaRPr lang="pt-PT" sz="1800"/>
        </a:p>
      </dgm:t>
    </dgm:pt>
    <dgm:pt modelId="{8B7E997F-CAE6-4E6B-87A0-5CE1B24ED8CB}">
      <dgm:prSet phldrT="[Texto]" custT="1"/>
      <dgm:spPr/>
      <dgm:t>
        <a:bodyPr/>
        <a:lstStyle/>
        <a:p>
          <a:r>
            <a:rPr lang="pt-PT" sz="1800" b="0" i="0" dirty="0"/>
            <a:t>Fazendas de Almeirim</a:t>
          </a:r>
          <a:endParaRPr lang="pt-PT" sz="1800" dirty="0"/>
        </a:p>
      </dgm:t>
    </dgm:pt>
    <dgm:pt modelId="{4B18BC65-E9B7-4BAC-A972-DFF6C2C4F69F}" type="parTrans" cxnId="{6D01B608-A487-4F18-A275-004D759EF7D5}">
      <dgm:prSet/>
      <dgm:spPr/>
      <dgm:t>
        <a:bodyPr/>
        <a:lstStyle/>
        <a:p>
          <a:endParaRPr lang="pt-PT" sz="1800"/>
        </a:p>
      </dgm:t>
    </dgm:pt>
    <dgm:pt modelId="{E4319DE1-F1A6-4A7B-B10C-39CA10AA820C}" type="sibTrans" cxnId="{6D01B608-A487-4F18-A275-004D759EF7D5}">
      <dgm:prSet/>
      <dgm:spPr/>
      <dgm:t>
        <a:bodyPr/>
        <a:lstStyle/>
        <a:p>
          <a:endParaRPr lang="pt-PT" sz="1800"/>
        </a:p>
      </dgm:t>
    </dgm:pt>
    <dgm:pt modelId="{1CA91F35-0759-484B-96BE-3587EA517513}">
      <dgm:prSet phldrT="[Texto]" custT="1"/>
      <dgm:spPr/>
      <dgm:t>
        <a:bodyPr/>
        <a:lstStyle/>
        <a:p>
          <a:r>
            <a:rPr lang="pt-PT" sz="1800" dirty="0"/>
            <a:t>Lezíria do Tejo</a:t>
          </a:r>
        </a:p>
      </dgm:t>
    </dgm:pt>
    <dgm:pt modelId="{AAFF0131-F90C-47BA-B846-3BC280990925}" type="parTrans" cxnId="{4B3D6033-E9B3-4130-828B-5874542684C6}">
      <dgm:prSet/>
      <dgm:spPr/>
      <dgm:t>
        <a:bodyPr/>
        <a:lstStyle/>
        <a:p>
          <a:endParaRPr lang="pt-PT" sz="1800"/>
        </a:p>
      </dgm:t>
    </dgm:pt>
    <dgm:pt modelId="{24AFEB68-0BB8-42C5-848F-21F8899EE5C6}" type="sibTrans" cxnId="{4B3D6033-E9B3-4130-828B-5874542684C6}">
      <dgm:prSet/>
      <dgm:spPr/>
      <dgm:t>
        <a:bodyPr/>
        <a:lstStyle/>
        <a:p>
          <a:endParaRPr lang="pt-PT" sz="1800"/>
        </a:p>
      </dgm:t>
    </dgm:pt>
    <dgm:pt modelId="{F4094B38-40B3-47F6-BC92-8A3BEE649C6A}">
      <dgm:prSet phldrT="[Texto]" custT="1"/>
      <dgm:spPr/>
      <dgm:t>
        <a:bodyPr/>
        <a:lstStyle/>
        <a:p>
          <a:r>
            <a:rPr lang="pt-PT" sz="1800" dirty="0"/>
            <a:t>Grande Lisboa</a:t>
          </a:r>
        </a:p>
      </dgm:t>
    </dgm:pt>
    <dgm:pt modelId="{7123B839-D963-40C3-960A-D732D1AF1943}" type="parTrans" cxnId="{BC6E6D2B-1A45-43AE-85B0-8F579B4F7011}">
      <dgm:prSet/>
      <dgm:spPr/>
      <dgm:t>
        <a:bodyPr/>
        <a:lstStyle/>
        <a:p>
          <a:endParaRPr lang="pt-PT" sz="1800"/>
        </a:p>
      </dgm:t>
    </dgm:pt>
    <dgm:pt modelId="{74D4ADE2-A3F5-4384-A198-29B59F68932C}" type="sibTrans" cxnId="{BC6E6D2B-1A45-43AE-85B0-8F579B4F7011}">
      <dgm:prSet/>
      <dgm:spPr/>
      <dgm:t>
        <a:bodyPr/>
        <a:lstStyle/>
        <a:p>
          <a:endParaRPr lang="pt-PT" sz="1800"/>
        </a:p>
      </dgm:t>
    </dgm:pt>
    <dgm:pt modelId="{82C7C66E-5D41-4A93-9EBB-D9198ADA1F51}">
      <dgm:prSet phldrT="[Texto]" custT="1"/>
      <dgm:spPr/>
      <dgm:t>
        <a:bodyPr/>
        <a:lstStyle/>
        <a:p>
          <a:r>
            <a:rPr lang="pt-PT" sz="1800" dirty="0"/>
            <a:t>…</a:t>
          </a:r>
        </a:p>
      </dgm:t>
    </dgm:pt>
    <dgm:pt modelId="{AFA20A3E-4431-4CF7-9C37-F58D60A55BDE}" type="parTrans" cxnId="{911D71DC-71B9-4BDD-8354-0BE37C567338}">
      <dgm:prSet/>
      <dgm:spPr/>
      <dgm:t>
        <a:bodyPr/>
        <a:lstStyle/>
        <a:p>
          <a:endParaRPr lang="pt-PT" sz="1800"/>
        </a:p>
      </dgm:t>
    </dgm:pt>
    <dgm:pt modelId="{8C4334BF-7AAC-4E6F-8D9B-C4FEC9C43EFC}" type="sibTrans" cxnId="{911D71DC-71B9-4BDD-8354-0BE37C567338}">
      <dgm:prSet/>
      <dgm:spPr/>
      <dgm:t>
        <a:bodyPr/>
        <a:lstStyle/>
        <a:p>
          <a:endParaRPr lang="pt-PT" sz="1800"/>
        </a:p>
      </dgm:t>
    </dgm:pt>
    <dgm:pt modelId="{6324018D-594D-4EC1-AA5C-C548A88942AE}">
      <dgm:prSet phldrT="[Texto]" custT="1"/>
      <dgm:spPr/>
      <dgm:t>
        <a:bodyPr/>
        <a:lstStyle/>
        <a:p>
          <a:r>
            <a:rPr lang="pt-PT" sz="1800" dirty="0"/>
            <a:t>Região Autónoma da Madeira</a:t>
          </a:r>
        </a:p>
      </dgm:t>
    </dgm:pt>
    <dgm:pt modelId="{A6F337D5-EB3D-452C-88C4-93E94DDF3ED5}" type="parTrans" cxnId="{52F72FC6-935A-4BC2-A166-C1922A601403}">
      <dgm:prSet/>
      <dgm:spPr/>
      <dgm:t>
        <a:bodyPr/>
        <a:lstStyle/>
        <a:p>
          <a:endParaRPr lang="pt-PT" sz="1800"/>
        </a:p>
      </dgm:t>
    </dgm:pt>
    <dgm:pt modelId="{A7338C87-3FAA-40EF-9CDB-11D0E68A0B42}" type="sibTrans" cxnId="{52F72FC6-935A-4BC2-A166-C1922A601403}">
      <dgm:prSet/>
      <dgm:spPr/>
      <dgm:t>
        <a:bodyPr/>
        <a:lstStyle/>
        <a:p>
          <a:endParaRPr lang="pt-PT" sz="1800"/>
        </a:p>
      </dgm:t>
    </dgm:pt>
    <dgm:pt modelId="{3D307129-635F-48F5-BD7F-EA4B72137EDC}">
      <dgm:prSet phldrT="[Texto]" custT="1"/>
      <dgm:spPr/>
      <dgm:t>
        <a:bodyPr/>
        <a:lstStyle/>
        <a:p>
          <a:r>
            <a:rPr lang="pt-PT" sz="1800" dirty="0"/>
            <a:t>…</a:t>
          </a:r>
        </a:p>
      </dgm:t>
    </dgm:pt>
    <dgm:pt modelId="{A241733C-058C-4653-B8BF-9C51B7F563A8}" type="parTrans" cxnId="{A31E44EE-7F4F-4D7C-BEFB-E060216C5F2A}">
      <dgm:prSet/>
      <dgm:spPr/>
      <dgm:t>
        <a:bodyPr/>
        <a:lstStyle/>
        <a:p>
          <a:endParaRPr lang="pt-PT" sz="1800"/>
        </a:p>
      </dgm:t>
    </dgm:pt>
    <dgm:pt modelId="{A1668F4C-A998-4867-AF7B-33CFFDC694E0}" type="sibTrans" cxnId="{A31E44EE-7F4F-4D7C-BEFB-E060216C5F2A}">
      <dgm:prSet/>
      <dgm:spPr/>
      <dgm:t>
        <a:bodyPr/>
        <a:lstStyle/>
        <a:p>
          <a:endParaRPr lang="pt-PT" sz="1800"/>
        </a:p>
      </dgm:t>
    </dgm:pt>
    <dgm:pt modelId="{BF299C8F-383D-40EA-89C8-409B2567A6F6}">
      <dgm:prSet phldrT="[Texto]" custT="1"/>
      <dgm:spPr/>
      <dgm:t>
        <a:bodyPr/>
        <a:lstStyle/>
        <a:p>
          <a:r>
            <a:rPr lang="pt-PT" sz="1800" dirty="0"/>
            <a:t>Região Autónoma dos Açores</a:t>
          </a:r>
        </a:p>
      </dgm:t>
    </dgm:pt>
    <dgm:pt modelId="{28F954AF-1936-4C9D-9519-D895A380D070}" type="parTrans" cxnId="{8AA9D1F6-09BB-4A2F-85F6-32D6059C8DDE}">
      <dgm:prSet/>
      <dgm:spPr/>
      <dgm:t>
        <a:bodyPr/>
        <a:lstStyle/>
        <a:p>
          <a:endParaRPr lang="pt-PT" sz="1800"/>
        </a:p>
      </dgm:t>
    </dgm:pt>
    <dgm:pt modelId="{4A1CAC44-705D-4178-B003-B696BFD3DF7D}" type="sibTrans" cxnId="{8AA9D1F6-09BB-4A2F-85F6-32D6059C8DDE}">
      <dgm:prSet/>
      <dgm:spPr/>
      <dgm:t>
        <a:bodyPr/>
        <a:lstStyle/>
        <a:p>
          <a:endParaRPr lang="pt-PT" sz="1800"/>
        </a:p>
      </dgm:t>
    </dgm:pt>
    <dgm:pt modelId="{9DFEDF65-BB4B-405C-B165-F663A4062B70}">
      <dgm:prSet phldrT="[Texto]" custT="1"/>
      <dgm:spPr/>
      <dgm:t>
        <a:bodyPr/>
        <a:lstStyle/>
        <a:p>
          <a:r>
            <a:rPr lang="pt-PT" sz="1800" dirty="0"/>
            <a:t>…</a:t>
          </a:r>
        </a:p>
      </dgm:t>
    </dgm:pt>
    <dgm:pt modelId="{17DAE573-AEA6-4A33-AB76-EF0298BD3823}" type="parTrans" cxnId="{BC76679F-164B-4927-9C9C-AEF2BABF8BB8}">
      <dgm:prSet/>
      <dgm:spPr/>
      <dgm:t>
        <a:bodyPr/>
        <a:lstStyle/>
        <a:p>
          <a:endParaRPr lang="pt-PT" sz="1800"/>
        </a:p>
      </dgm:t>
    </dgm:pt>
    <dgm:pt modelId="{89CA87D3-C560-43BF-B529-39E5E0AC7D9C}" type="sibTrans" cxnId="{BC76679F-164B-4927-9C9C-AEF2BABF8BB8}">
      <dgm:prSet/>
      <dgm:spPr/>
      <dgm:t>
        <a:bodyPr/>
        <a:lstStyle/>
        <a:p>
          <a:endParaRPr lang="pt-PT" sz="1800"/>
        </a:p>
      </dgm:t>
    </dgm:pt>
    <dgm:pt modelId="{F84B346C-07A0-4A49-90B4-3916BE94720B}">
      <dgm:prSet phldrT="[Texto]" custT="1"/>
      <dgm:spPr/>
      <dgm:t>
        <a:bodyPr/>
        <a:lstStyle/>
        <a:p>
          <a:r>
            <a:rPr lang="pt-PT" sz="1800" dirty="0"/>
            <a:t>…</a:t>
          </a:r>
        </a:p>
      </dgm:t>
    </dgm:pt>
    <dgm:pt modelId="{15189611-4260-444D-8D77-E10129BBDE64}" type="parTrans" cxnId="{3F61486C-031C-481D-9926-97253F7102EE}">
      <dgm:prSet/>
      <dgm:spPr/>
      <dgm:t>
        <a:bodyPr/>
        <a:lstStyle/>
        <a:p>
          <a:endParaRPr lang="pt-PT" sz="1800"/>
        </a:p>
      </dgm:t>
    </dgm:pt>
    <dgm:pt modelId="{065D3D06-EA4F-46CB-990C-4A27FA8B8F7B}" type="sibTrans" cxnId="{3F61486C-031C-481D-9926-97253F7102EE}">
      <dgm:prSet/>
      <dgm:spPr/>
      <dgm:t>
        <a:bodyPr/>
        <a:lstStyle/>
        <a:p>
          <a:endParaRPr lang="pt-PT" sz="1800"/>
        </a:p>
      </dgm:t>
    </dgm:pt>
    <dgm:pt modelId="{91C9E0A3-4911-451A-8512-361D2342C543}" type="pres">
      <dgm:prSet presAssocID="{24B8A6B5-9B2C-490E-AB4F-1F0C8AEC39D5}" presName="Name0" presStyleCnt="0">
        <dgm:presLayoutVars>
          <dgm:chPref val="1"/>
          <dgm:dir/>
          <dgm:animOne val="branch"/>
          <dgm:animLvl val="lvl"/>
          <dgm:resizeHandles/>
        </dgm:presLayoutVars>
      </dgm:prSet>
      <dgm:spPr/>
    </dgm:pt>
    <dgm:pt modelId="{2F7EBAD8-E432-4B62-9028-5A72BB830327}" type="pres">
      <dgm:prSet presAssocID="{06D81479-1BCA-49E2-9148-00D5A629A8F4}" presName="vertOne" presStyleCnt="0"/>
      <dgm:spPr/>
    </dgm:pt>
    <dgm:pt modelId="{35F4A1AC-3E3B-4248-8ABC-1625A3F6A9A0}" type="pres">
      <dgm:prSet presAssocID="{06D81479-1BCA-49E2-9148-00D5A629A8F4}" presName="txOne" presStyleLbl="node0" presStyleIdx="0" presStyleCnt="2">
        <dgm:presLayoutVars>
          <dgm:chPref val="3"/>
        </dgm:presLayoutVars>
      </dgm:prSet>
      <dgm:spPr/>
    </dgm:pt>
    <dgm:pt modelId="{0D184215-743B-4675-B00D-C34C1CA43267}" type="pres">
      <dgm:prSet presAssocID="{06D81479-1BCA-49E2-9148-00D5A629A8F4}" presName="parTransOne" presStyleCnt="0"/>
      <dgm:spPr/>
    </dgm:pt>
    <dgm:pt modelId="{AC667660-4B43-49B4-B732-B520D99C60E4}" type="pres">
      <dgm:prSet presAssocID="{06D81479-1BCA-49E2-9148-00D5A629A8F4}" presName="horzOne" presStyleCnt="0"/>
      <dgm:spPr/>
    </dgm:pt>
    <dgm:pt modelId="{B10FC192-ECA2-4897-87A0-85CAD9A4DE9B}" type="pres">
      <dgm:prSet presAssocID="{7B7FB75B-2273-4505-BD23-EC2C8E1820C7}" presName="vertTwo" presStyleCnt="0"/>
      <dgm:spPr/>
    </dgm:pt>
    <dgm:pt modelId="{81A79AB8-B4A7-4CDE-9429-30C427836916}" type="pres">
      <dgm:prSet presAssocID="{7B7FB75B-2273-4505-BD23-EC2C8E1820C7}" presName="txTwo" presStyleLbl="node2" presStyleIdx="0" presStyleCnt="4">
        <dgm:presLayoutVars>
          <dgm:chPref val="3"/>
        </dgm:presLayoutVars>
      </dgm:prSet>
      <dgm:spPr/>
    </dgm:pt>
    <dgm:pt modelId="{D26212C7-1ABF-4460-8302-02703427F240}" type="pres">
      <dgm:prSet presAssocID="{7B7FB75B-2273-4505-BD23-EC2C8E1820C7}" presName="parTransTwo" presStyleCnt="0"/>
      <dgm:spPr/>
    </dgm:pt>
    <dgm:pt modelId="{2E114DFD-7661-4250-B96E-2F25991E2703}" type="pres">
      <dgm:prSet presAssocID="{7B7FB75B-2273-4505-BD23-EC2C8E1820C7}" presName="horzTwo" presStyleCnt="0"/>
      <dgm:spPr/>
    </dgm:pt>
    <dgm:pt modelId="{DAA1788D-BAEC-4950-BF21-F3EE18A1CEE1}" type="pres">
      <dgm:prSet presAssocID="{5C0DB8F9-4463-4A34-A1BF-48A2768ADBDA}" presName="vertThree" presStyleCnt="0"/>
      <dgm:spPr/>
    </dgm:pt>
    <dgm:pt modelId="{E7E25D24-BD5F-4CEB-AA1A-124669EFE992}" type="pres">
      <dgm:prSet presAssocID="{5C0DB8F9-4463-4A34-A1BF-48A2768ADBDA}" presName="txThree" presStyleLbl="node3" presStyleIdx="0" presStyleCnt="6">
        <dgm:presLayoutVars>
          <dgm:chPref val="3"/>
        </dgm:presLayoutVars>
      </dgm:prSet>
      <dgm:spPr/>
    </dgm:pt>
    <dgm:pt modelId="{5CA89FED-64B7-4539-9301-F12475A07FC7}" type="pres">
      <dgm:prSet presAssocID="{5C0DB8F9-4463-4A34-A1BF-48A2768ADBDA}" presName="parTransThree" presStyleCnt="0"/>
      <dgm:spPr/>
    </dgm:pt>
    <dgm:pt modelId="{88AF4D1A-3148-4950-BE1B-180A7D52A8BB}" type="pres">
      <dgm:prSet presAssocID="{5C0DB8F9-4463-4A34-A1BF-48A2768ADBDA}" presName="horzThree" presStyleCnt="0"/>
      <dgm:spPr/>
    </dgm:pt>
    <dgm:pt modelId="{9462F5A0-86ED-4544-983A-10B105F012C4}" type="pres">
      <dgm:prSet presAssocID="{DFE6EF3F-AA8C-4798-B61D-D940B1E3E92C}" presName="vertFour" presStyleCnt="0">
        <dgm:presLayoutVars>
          <dgm:chPref val="3"/>
        </dgm:presLayoutVars>
      </dgm:prSet>
      <dgm:spPr/>
    </dgm:pt>
    <dgm:pt modelId="{E024EAB7-9239-474A-B7B0-9F30C7614465}" type="pres">
      <dgm:prSet presAssocID="{DFE6EF3F-AA8C-4798-B61D-D940B1E3E92C}" presName="txFour" presStyleLbl="node4" presStyleIdx="0" presStyleCnt="7">
        <dgm:presLayoutVars>
          <dgm:chPref val="3"/>
        </dgm:presLayoutVars>
      </dgm:prSet>
      <dgm:spPr/>
    </dgm:pt>
    <dgm:pt modelId="{ECA241E3-2BDF-42BB-870D-C08598F1283E}" type="pres">
      <dgm:prSet presAssocID="{DFE6EF3F-AA8C-4798-B61D-D940B1E3E92C}" presName="parTransFour" presStyleCnt="0"/>
      <dgm:spPr/>
    </dgm:pt>
    <dgm:pt modelId="{F2B42CA9-D401-44EA-B0D8-1ED976D5403B}" type="pres">
      <dgm:prSet presAssocID="{DFE6EF3F-AA8C-4798-B61D-D940B1E3E92C}" presName="horzFour" presStyleCnt="0"/>
      <dgm:spPr/>
    </dgm:pt>
    <dgm:pt modelId="{8010E4FA-0F00-4C9A-9077-2C3284E7CB31}" type="pres">
      <dgm:prSet presAssocID="{3829E93A-EE80-4D04-973A-8673F1DBF5CC}" presName="vertFour" presStyleCnt="0">
        <dgm:presLayoutVars>
          <dgm:chPref val="3"/>
        </dgm:presLayoutVars>
      </dgm:prSet>
      <dgm:spPr/>
    </dgm:pt>
    <dgm:pt modelId="{9263CEA0-EE4E-43E5-AC42-DC826E92B29A}" type="pres">
      <dgm:prSet presAssocID="{3829E93A-EE80-4D04-973A-8673F1DBF5CC}" presName="txFour" presStyleLbl="node4" presStyleIdx="1" presStyleCnt="7">
        <dgm:presLayoutVars>
          <dgm:chPref val="3"/>
        </dgm:presLayoutVars>
      </dgm:prSet>
      <dgm:spPr/>
    </dgm:pt>
    <dgm:pt modelId="{2C57AFE6-149B-4BBA-A761-385E55F5CEEC}" type="pres">
      <dgm:prSet presAssocID="{3829E93A-EE80-4D04-973A-8673F1DBF5CC}" presName="parTransFour" presStyleCnt="0"/>
      <dgm:spPr/>
    </dgm:pt>
    <dgm:pt modelId="{4C813BDB-D9D8-46C6-8FF9-2BA6526DE1F3}" type="pres">
      <dgm:prSet presAssocID="{3829E93A-EE80-4D04-973A-8673F1DBF5CC}" presName="horzFour" presStyleCnt="0"/>
      <dgm:spPr/>
    </dgm:pt>
    <dgm:pt modelId="{BF0DB64C-958B-4619-9BE1-4F9534E848CA}" type="pres">
      <dgm:prSet presAssocID="{1C9DA7BF-17EB-40B4-A7ED-0CA59F5755BD}" presName="vertFour" presStyleCnt="0">
        <dgm:presLayoutVars>
          <dgm:chPref val="3"/>
        </dgm:presLayoutVars>
      </dgm:prSet>
      <dgm:spPr/>
    </dgm:pt>
    <dgm:pt modelId="{7A85D58A-A0B4-4E6D-A24D-91FE3C007E10}" type="pres">
      <dgm:prSet presAssocID="{1C9DA7BF-17EB-40B4-A7ED-0CA59F5755BD}" presName="txFour" presStyleLbl="node4" presStyleIdx="2" presStyleCnt="7">
        <dgm:presLayoutVars>
          <dgm:chPref val="3"/>
        </dgm:presLayoutVars>
      </dgm:prSet>
      <dgm:spPr/>
    </dgm:pt>
    <dgm:pt modelId="{F6DE746F-9468-4AFD-BC64-F417AA9A9ECC}" type="pres">
      <dgm:prSet presAssocID="{1C9DA7BF-17EB-40B4-A7ED-0CA59F5755BD}" presName="horzFour" presStyleCnt="0"/>
      <dgm:spPr/>
    </dgm:pt>
    <dgm:pt modelId="{2953CF02-4B42-470D-A99B-C82F3AF36D26}" type="pres">
      <dgm:prSet presAssocID="{56C64573-4C67-4ACF-81F8-0C76026D7B29}" presName="sibSpaceOne" presStyleCnt="0"/>
      <dgm:spPr/>
    </dgm:pt>
    <dgm:pt modelId="{9E47A270-9205-40BF-A3F8-22963E65693E}" type="pres">
      <dgm:prSet presAssocID="{A58E6728-D14E-4E01-BB84-78E963FB8B44}" presName="vertOne" presStyleCnt="0"/>
      <dgm:spPr/>
    </dgm:pt>
    <dgm:pt modelId="{3163C9EE-FB2E-45B4-807A-220B3E597ABA}" type="pres">
      <dgm:prSet presAssocID="{A58E6728-D14E-4E01-BB84-78E963FB8B44}" presName="txOne" presStyleLbl="node0" presStyleIdx="1" presStyleCnt="2">
        <dgm:presLayoutVars>
          <dgm:chPref val="3"/>
        </dgm:presLayoutVars>
      </dgm:prSet>
      <dgm:spPr/>
    </dgm:pt>
    <dgm:pt modelId="{34E90339-B082-4880-ADB6-B243363EF663}" type="pres">
      <dgm:prSet presAssocID="{A58E6728-D14E-4E01-BB84-78E963FB8B44}" presName="parTransOne" presStyleCnt="0"/>
      <dgm:spPr/>
    </dgm:pt>
    <dgm:pt modelId="{88A5E939-17F0-4DB3-A0E2-C039B053110E}" type="pres">
      <dgm:prSet presAssocID="{A58E6728-D14E-4E01-BB84-78E963FB8B44}" presName="horzOne" presStyleCnt="0"/>
      <dgm:spPr/>
    </dgm:pt>
    <dgm:pt modelId="{FC1DFFD5-154B-405E-8B7C-2D5A193DC24E}" type="pres">
      <dgm:prSet presAssocID="{C992632D-E7E0-4B0A-8ED8-28BCDB642157}" presName="vertTwo" presStyleCnt="0"/>
      <dgm:spPr/>
    </dgm:pt>
    <dgm:pt modelId="{02A631A8-A0E5-43C2-A1B3-E61A5918EABD}" type="pres">
      <dgm:prSet presAssocID="{C992632D-E7E0-4B0A-8ED8-28BCDB642157}" presName="txTwo" presStyleLbl="node2" presStyleIdx="1" presStyleCnt="4">
        <dgm:presLayoutVars>
          <dgm:chPref val="3"/>
        </dgm:presLayoutVars>
      </dgm:prSet>
      <dgm:spPr/>
    </dgm:pt>
    <dgm:pt modelId="{ECB107E3-8705-451A-8DAA-38DC0D9765E2}" type="pres">
      <dgm:prSet presAssocID="{C992632D-E7E0-4B0A-8ED8-28BCDB642157}" presName="parTransTwo" presStyleCnt="0"/>
      <dgm:spPr/>
    </dgm:pt>
    <dgm:pt modelId="{4390CAE5-4434-420E-A922-02E2288730DF}" type="pres">
      <dgm:prSet presAssocID="{C992632D-E7E0-4B0A-8ED8-28BCDB642157}" presName="horzTwo" presStyleCnt="0"/>
      <dgm:spPr/>
    </dgm:pt>
    <dgm:pt modelId="{5120283F-D03F-4C6A-992B-FA3BC57BE8CF}" type="pres">
      <dgm:prSet presAssocID="{9651B6FD-DA2C-469C-9230-BF867CD31929}" presName="vertThree" presStyleCnt="0"/>
      <dgm:spPr/>
    </dgm:pt>
    <dgm:pt modelId="{34560FA7-075A-4655-88F0-EAEA7647884A}" type="pres">
      <dgm:prSet presAssocID="{9651B6FD-DA2C-469C-9230-BF867CD31929}" presName="txThree" presStyleLbl="node3" presStyleIdx="1" presStyleCnt="6">
        <dgm:presLayoutVars>
          <dgm:chPref val="3"/>
        </dgm:presLayoutVars>
      </dgm:prSet>
      <dgm:spPr/>
    </dgm:pt>
    <dgm:pt modelId="{9A1E2FCC-7D39-4885-84DE-0D7FF7AD78FC}" type="pres">
      <dgm:prSet presAssocID="{9651B6FD-DA2C-469C-9230-BF867CD31929}" presName="parTransThree" presStyleCnt="0"/>
      <dgm:spPr/>
    </dgm:pt>
    <dgm:pt modelId="{C6741069-CE8C-4553-9C9D-B4CDF32DDC12}" type="pres">
      <dgm:prSet presAssocID="{9651B6FD-DA2C-469C-9230-BF867CD31929}" presName="horzThree" presStyleCnt="0"/>
      <dgm:spPr/>
    </dgm:pt>
    <dgm:pt modelId="{F9EA6FDB-0B04-4072-9E22-D3CE2020C4F2}" type="pres">
      <dgm:prSet presAssocID="{1CA91F35-0759-484B-96BE-3587EA517513}" presName="vertFour" presStyleCnt="0">
        <dgm:presLayoutVars>
          <dgm:chPref val="3"/>
        </dgm:presLayoutVars>
      </dgm:prSet>
      <dgm:spPr/>
    </dgm:pt>
    <dgm:pt modelId="{FD5FA520-0A4B-445F-9E64-75EF7FF2948A}" type="pres">
      <dgm:prSet presAssocID="{1CA91F35-0759-484B-96BE-3587EA517513}" presName="txFour" presStyleLbl="node4" presStyleIdx="3" presStyleCnt="7">
        <dgm:presLayoutVars>
          <dgm:chPref val="3"/>
        </dgm:presLayoutVars>
      </dgm:prSet>
      <dgm:spPr/>
    </dgm:pt>
    <dgm:pt modelId="{A275E437-7A60-4E78-BDBE-29C71A8EEFED}" type="pres">
      <dgm:prSet presAssocID="{1CA91F35-0759-484B-96BE-3587EA517513}" presName="parTransFour" presStyleCnt="0"/>
      <dgm:spPr/>
    </dgm:pt>
    <dgm:pt modelId="{18927F5F-858F-4E6D-8925-BC7B0556865B}" type="pres">
      <dgm:prSet presAssocID="{1CA91F35-0759-484B-96BE-3587EA517513}" presName="horzFour" presStyleCnt="0"/>
      <dgm:spPr/>
    </dgm:pt>
    <dgm:pt modelId="{B8E0A2D1-D027-41A3-8152-5E0F60B2C2F2}" type="pres">
      <dgm:prSet presAssocID="{E495D769-C069-4428-B0FB-9993D8B968CA}" presName="vertFour" presStyleCnt="0">
        <dgm:presLayoutVars>
          <dgm:chPref val="3"/>
        </dgm:presLayoutVars>
      </dgm:prSet>
      <dgm:spPr/>
    </dgm:pt>
    <dgm:pt modelId="{A8B71DF0-3157-4934-95B7-DF8B82E4D659}" type="pres">
      <dgm:prSet presAssocID="{E495D769-C069-4428-B0FB-9993D8B968CA}" presName="txFour" presStyleLbl="node4" presStyleIdx="4" presStyleCnt="7">
        <dgm:presLayoutVars>
          <dgm:chPref val="3"/>
        </dgm:presLayoutVars>
      </dgm:prSet>
      <dgm:spPr/>
    </dgm:pt>
    <dgm:pt modelId="{3023CBB9-6DE7-4B49-B5DA-D00042714970}" type="pres">
      <dgm:prSet presAssocID="{E495D769-C069-4428-B0FB-9993D8B968CA}" presName="parTransFour" presStyleCnt="0"/>
      <dgm:spPr/>
    </dgm:pt>
    <dgm:pt modelId="{B8426337-BBC7-4A0A-A9E9-C7D6D82C3B6D}" type="pres">
      <dgm:prSet presAssocID="{E495D769-C069-4428-B0FB-9993D8B968CA}" presName="horzFour" presStyleCnt="0"/>
      <dgm:spPr/>
    </dgm:pt>
    <dgm:pt modelId="{7017C1A2-D1E3-4044-A035-1A87C6B63104}" type="pres">
      <dgm:prSet presAssocID="{8B7E997F-CAE6-4E6B-87A0-5CE1B24ED8CB}" presName="vertFour" presStyleCnt="0">
        <dgm:presLayoutVars>
          <dgm:chPref val="3"/>
        </dgm:presLayoutVars>
      </dgm:prSet>
      <dgm:spPr/>
    </dgm:pt>
    <dgm:pt modelId="{8B5E18E8-E5C8-4E77-8DE5-939B4016EB9E}" type="pres">
      <dgm:prSet presAssocID="{8B7E997F-CAE6-4E6B-87A0-5CE1B24ED8CB}" presName="txFour" presStyleLbl="node4" presStyleIdx="5" presStyleCnt="7">
        <dgm:presLayoutVars>
          <dgm:chPref val="3"/>
        </dgm:presLayoutVars>
      </dgm:prSet>
      <dgm:spPr/>
    </dgm:pt>
    <dgm:pt modelId="{D19933CF-9C86-4B47-B381-6AF988922462}" type="pres">
      <dgm:prSet presAssocID="{8B7E997F-CAE6-4E6B-87A0-5CE1B24ED8CB}" presName="horzFour" presStyleCnt="0"/>
      <dgm:spPr/>
    </dgm:pt>
    <dgm:pt modelId="{EB92978F-AE45-4319-892E-2B3F1B4B411C}" type="pres">
      <dgm:prSet presAssocID="{EECD535D-1026-442D-B13B-BEF2EF927DA0}" presName="sibSpaceThree" presStyleCnt="0"/>
      <dgm:spPr/>
    </dgm:pt>
    <dgm:pt modelId="{F6513F10-1341-4EED-8117-28A69708E427}" type="pres">
      <dgm:prSet presAssocID="{F4094B38-40B3-47F6-BC92-8A3BEE649C6A}" presName="vertThree" presStyleCnt="0"/>
      <dgm:spPr/>
    </dgm:pt>
    <dgm:pt modelId="{370F6B30-D089-4146-89BF-8A40E61313A2}" type="pres">
      <dgm:prSet presAssocID="{F4094B38-40B3-47F6-BC92-8A3BEE649C6A}" presName="txThree" presStyleLbl="node3" presStyleIdx="2" presStyleCnt="6">
        <dgm:presLayoutVars>
          <dgm:chPref val="3"/>
        </dgm:presLayoutVars>
      </dgm:prSet>
      <dgm:spPr/>
    </dgm:pt>
    <dgm:pt modelId="{8481D12C-D079-440B-BE80-50F841267C76}" type="pres">
      <dgm:prSet presAssocID="{F4094B38-40B3-47F6-BC92-8A3BEE649C6A}" presName="parTransThree" presStyleCnt="0"/>
      <dgm:spPr/>
    </dgm:pt>
    <dgm:pt modelId="{C83D4373-5E42-4513-9436-C125B69DE4C6}" type="pres">
      <dgm:prSet presAssocID="{F4094B38-40B3-47F6-BC92-8A3BEE649C6A}" presName="horzThree" presStyleCnt="0"/>
      <dgm:spPr/>
    </dgm:pt>
    <dgm:pt modelId="{DE397FB2-B21C-4FD8-911E-1CE320F2D3D6}" type="pres">
      <dgm:prSet presAssocID="{F84B346C-07A0-4A49-90B4-3916BE94720B}" presName="vertFour" presStyleCnt="0">
        <dgm:presLayoutVars>
          <dgm:chPref val="3"/>
        </dgm:presLayoutVars>
      </dgm:prSet>
      <dgm:spPr/>
    </dgm:pt>
    <dgm:pt modelId="{E620ED97-06E6-46B4-AF10-EA62BF6E5F4A}" type="pres">
      <dgm:prSet presAssocID="{F84B346C-07A0-4A49-90B4-3916BE94720B}" presName="txFour" presStyleLbl="node4" presStyleIdx="6" presStyleCnt="7">
        <dgm:presLayoutVars>
          <dgm:chPref val="3"/>
        </dgm:presLayoutVars>
      </dgm:prSet>
      <dgm:spPr/>
    </dgm:pt>
    <dgm:pt modelId="{6131CA3D-C22A-4CA9-8662-E72F61037D2E}" type="pres">
      <dgm:prSet presAssocID="{F84B346C-07A0-4A49-90B4-3916BE94720B}" presName="horzFour" presStyleCnt="0"/>
      <dgm:spPr/>
    </dgm:pt>
    <dgm:pt modelId="{445896AF-5B9E-4ECB-9157-11166083A29F}" type="pres">
      <dgm:prSet presAssocID="{74D4ADE2-A3F5-4384-A198-29B59F68932C}" presName="sibSpaceThree" presStyleCnt="0"/>
      <dgm:spPr/>
    </dgm:pt>
    <dgm:pt modelId="{DB1C64AA-0F5A-426E-A8F1-16198EAED3B9}" type="pres">
      <dgm:prSet presAssocID="{82C7C66E-5D41-4A93-9EBB-D9198ADA1F51}" presName="vertThree" presStyleCnt="0"/>
      <dgm:spPr/>
    </dgm:pt>
    <dgm:pt modelId="{C2F74157-58D9-48B8-9E18-1B29ADBFDFCE}" type="pres">
      <dgm:prSet presAssocID="{82C7C66E-5D41-4A93-9EBB-D9198ADA1F51}" presName="txThree" presStyleLbl="node3" presStyleIdx="3" presStyleCnt="6">
        <dgm:presLayoutVars>
          <dgm:chPref val="3"/>
        </dgm:presLayoutVars>
      </dgm:prSet>
      <dgm:spPr/>
    </dgm:pt>
    <dgm:pt modelId="{71098C18-3B0C-4862-8698-24EE535427EE}" type="pres">
      <dgm:prSet presAssocID="{82C7C66E-5D41-4A93-9EBB-D9198ADA1F51}" presName="horzThree" presStyleCnt="0"/>
      <dgm:spPr/>
    </dgm:pt>
    <dgm:pt modelId="{ABB0B98A-59A9-42B8-BA2E-BC551D43176D}" type="pres">
      <dgm:prSet presAssocID="{051812F8-0F63-4FC1-8DB7-339974B91762}" presName="sibSpaceTwo" presStyleCnt="0"/>
      <dgm:spPr/>
    </dgm:pt>
    <dgm:pt modelId="{2E5A2FB8-9975-4230-9D07-302E40E7B1D1}" type="pres">
      <dgm:prSet presAssocID="{6324018D-594D-4EC1-AA5C-C548A88942AE}" presName="vertTwo" presStyleCnt="0"/>
      <dgm:spPr/>
    </dgm:pt>
    <dgm:pt modelId="{91F04C56-C7B6-4F67-A25D-895EB374B04E}" type="pres">
      <dgm:prSet presAssocID="{6324018D-594D-4EC1-AA5C-C548A88942AE}" presName="txTwo" presStyleLbl="node2" presStyleIdx="2" presStyleCnt="4">
        <dgm:presLayoutVars>
          <dgm:chPref val="3"/>
        </dgm:presLayoutVars>
      </dgm:prSet>
      <dgm:spPr/>
    </dgm:pt>
    <dgm:pt modelId="{508AF14B-43F0-4842-9AA8-841345FF58AB}" type="pres">
      <dgm:prSet presAssocID="{6324018D-594D-4EC1-AA5C-C548A88942AE}" presName="parTransTwo" presStyleCnt="0"/>
      <dgm:spPr/>
    </dgm:pt>
    <dgm:pt modelId="{74AA1646-5939-4768-84B9-4426C00F7C6E}" type="pres">
      <dgm:prSet presAssocID="{6324018D-594D-4EC1-AA5C-C548A88942AE}" presName="horzTwo" presStyleCnt="0"/>
      <dgm:spPr/>
    </dgm:pt>
    <dgm:pt modelId="{A352DBD1-A1F7-4D68-8378-D76B70602836}" type="pres">
      <dgm:prSet presAssocID="{3D307129-635F-48F5-BD7F-EA4B72137EDC}" presName="vertThree" presStyleCnt="0"/>
      <dgm:spPr/>
    </dgm:pt>
    <dgm:pt modelId="{07310538-3086-4136-8B1D-D110088E75A2}" type="pres">
      <dgm:prSet presAssocID="{3D307129-635F-48F5-BD7F-EA4B72137EDC}" presName="txThree" presStyleLbl="node3" presStyleIdx="4" presStyleCnt="6">
        <dgm:presLayoutVars>
          <dgm:chPref val="3"/>
        </dgm:presLayoutVars>
      </dgm:prSet>
      <dgm:spPr/>
    </dgm:pt>
    <dgm:pt modelId="{35814959-235B-4327-B47B-A06310E36F66}" type="pres">
      <dgm:prSet presAssocID="{3D307129-635F-48F5-BD7F-EA4B72137EDC}" presName="horzThree" presStyleCnt="0"/>
      <dgm:spPr/>
    </dgm:pt>
    <dgm:pt modelId="{BBA97890-380D-4C03-A655-FB6832FDFDCE}" type="pres">
      <dgm:prSet presAssocID="{A7338C87-3FAA-40EF-9CDB-11D0E68A0B42}" presName="sibSpaceTwo" presStyleCnt="0"/>
      <dgm:spPr/>
    </dgm:pt>
    <dgm:pt modelId="{E07EF549-505A-43C1-9C76-589A04BC7510}" type="pres">
      <dgm:prSet presAssocID="{BF299C8F-383D-40EA-89C8-409B2567A6F6}" presName="vertTwo" presStyleCnt="0"/>
      <dgm:spPr/>
    </dgm:pt>
    <dgm:pt modelId="{27C213B9-0192-4165-B7B5-7CBE6D3D0A77}" type="pres">
      <dgm:prSet presAssocID="{BF299C8F-383D-40EA-89C8-409B2567A6F6}" presName="txTwo" presStyleLbl="node2" presStyleIdx="3" presStyleCnt="4">
        <dgm:presLayoutVars>
          <dgm:chPref val="3"/>
        </dgm:presLayoutVars>
      </dgm:prSet>
      <dgm:spPr/>
    </dgm:pt>
    <dgm:pt modelId="{64A50350-ABCF-4331-8BFB-A4CA594CCCA7}" type="pres">
      <dgm:prSet presAssocID="{BF299C8F-383D-40EA-89C8-409B2567A6F6}" presName="parTransTwo" presStyleCnt="0"/>
      <dgm:spPr/>
    </dgm:pt>
    <dgm:pt modelId="{9BCCC512-D18A-4DA6-8F46-E4BDCAB1C6CA}" type="pres">
      <dgm:prSet presAssocID="{BF299C8F-383D-40EA-89C8-409B2567A6F6}" presName="horzTwo" presStyleCnt="0"/>
      <dgm:spPr/>
    </dgm:pt>
    <dgm:pt modelId="{5EE1DC9C-DEBF-475E-917B-7B3708CEE963}" type="pres">
      <dgm:prSet presAssocID="{9DFEDF65-BB4B-405C-B165-F663A4062B70}" presName="vertThree" presStyleCnt="0"/>
      <dgm:spPr/>
    </dgm:pt>
    <dgm:pt modelId="{9E329916-A165-48D7-A8F1-037F67F8853F}" type="pres">
      <dgm:prSet presAssocID="{9DFEDF65-BB4B-405C-B165-F663A4062B70}" presName="txThree" presStyleLbl="node3" presStyleIdx="5" presStyleCnt="6">
        <dgm:presLayoutVars>
          <dgm:chPref val="3"/>
        </dgm:presLayoutVars>
      </dgm:prSet>
      <dgm:spPr/>
    </dgm:pt>
    <dgm:pt modelId="{7FAD4311-51F3-45CD-B9EB-A753AA6E0A23}" type="pres">
      <dgm:prSet presAssocID="{9DFEDF65-BB4B-405C-B165-F663A4062B70}" presName="horzThree" presStyleCnt="0"/>
      <dgm:spPr/>
    </dgm:pt>
  </dgm:ptLst>
  <dgm:cxnLst>
    <dgm:cxn modelId="{D4C42102-39B4-4B5F-8AB7-CCBE1512975A}" type="presOf" srcId="{7B7FB75B-2273-4505-BD23-EC2C8E1820C7}" destId="{81A79AB8-B4A7-4CDE-9429-30C427836916}" srcOrd="0" destOrd="0" presId="urn:microsoft.com/office/officeart/2005/8/layout/hierarchy4"/>
    <dgm:cxn modelId="{787B3405-C26B-4038-B8CA-D41660D74B37}" srcId="{1CA91F35-0759-484B-96BE-3587EA517513}" destId="{E495D769-C069-4428-B0FB-9993D8B968CA}" srcOrd="0" destOrd="0" parTransId="{4FD6F8E2-8F2C-4461-A1D4-D75593E8DC86}" sibTransId="{D915D6A9-BF73-4976-A3AE-7E7E2B0927AD}"/>
    <dgm:cxn modelId="{6D01B608-A487-4F18-A275-004D759EF7D5}" srcId="{E495D769-C069-4428-B0FB-9993D8B968CA}" destId="{8B7E997F-CAE6-4E6B-87A0-5CE1B24ED8CB}" srcOrd="0" destOrd="0" parTransId="{4B18BC65-E9B7-4BAC-A972-DFF6C2C4F69F}" sibTransId="{E4319DE1-F1A6-4A7B-B10C-39CA10AA820C}"/>
    <dgm:cxn modelId="{40CDD30B-ED7C-4B8B-8ABF-81A2467070A1}" srcId="{5C0DB8F9-4463-4A34-A1BF-48A2768ADBDA}" destId="{DFE6EF3F-AA8C-4798-B61D-D940B1E3E92C}" srcOrd="0" destOrd="0" parTransId="{561AFE30-61C2-48BA-B77E-8EA14AB53004}" sibTransId="{2886DA5B-FBB0-42BF-9D55-603254EABD96}"/>
    <dgm:cxn modelId="{0C074F0D-7878-4D83-9F3F-078DEDFA69A7}" type="presOf" srcId="{6324018D-594D-4EC1-AA5C-C548A88942AE}" destId="{91F04C56-C7B6-4F67-A25D-895EB374B04E}" srcOrd="0" destOrd="0" presId="urn:microsoft.com/office/officeart/2005/8/layout/hierarchy4"/>
    <dgm:cxn modelId="{A7503810-C2EC-468C-95C1-A40FFB01B27E}" type="presOf" srcId="{9DFEDF65-BB4B-405C-B165-F663A4062B70}" destId="{9E329916-A165-48D7-A8F1-037F67F8853F}" srcOrd="0" destOrd="0" presId="urn:microsoft.com/office/officeart/2005/8/layout/hierarchy4"/>
    <dgm:cxn modelId="{77BFC028-0845-400D-82F8-C20A3F3FF015}" type="presOf" srcId="{E495D769-C069-4428-B0FB-9993D8B968CA}" destId="{A8B71DF0-3157-4934-95B7-DF8B82E4D659}" srcOrd="0" destOrd="0" presId="urn:microsoft.com/office/officeart/2005/8/layout/hierarchy4"/>
    <dgm:cxn modelId="{A2046929-E551-47CC-8352-AC38B60F9BD5}" srcId="{3829E93A-EE80-4D04-973A-8673F1DBF5CC}" destId="{1C9DA7BF-17EB-40B4-A7ED-0CA59F5755BD}" srcOrd="0" destOrd="0" parTransId="{3B82D220-8C6F-48D8-9910-5EAF614415A3}" sibTransId="{6E55B0FE-7797-43BE-BD51-FCC4DC49D426}"/>
    <dgm:cxn modelId="{BC6E6D2B-1A45-43AE-85B0-8F579B4F7011}" srcId="{C992632D-E7E0-4B0A-8ED8-28BCDB642157}" destId="{F4094B38-40B3-47F6-BC92-8A3BEE649C6A}" srcOrd="1" destOrd="0" parTransId="{7123B839-D963-40C3-960A-D732D1AF1943}" sibTransId="{74D4ADE2-A3F5-4384-A198-29B59F68932C}"/>
    <dgm:cxn modelId="{3E46692F-2C39-4B77-A64C-87BDB86FFEDE}" srcId="{DFE6EF3F-AA8C-4798-B61D-D940B1E3E92C}" destId="{3829E93A-EE80-4D04-973A-8673F1DBF5CC}" srcOrd="0" destOrd="0" parTransId="{5E9889A6-B1A3-4341-84D6-8CCC5CD79116}" sibTransId="{008DE349-6D48-444C-BF4C-62DA9EAF1B7B}"/>
    <dgm:cxn modelId="{EBE1892F-C660-4897-94D5-FC66A9D1A225}" type="presOf" srcId="{1CA91F35-0759-484B-96BE-3587EA517513}" destId="{FD5FA520-0A4B-445F-9E64-75EF7FF2948A}" srcOrd="0" destOrd="0" presId="urn:microsoft.com/office/officeart/2005/8/layout/hierarchy4"/>
    <dgm:cxn modelId="{4B3D6033-E9B3-4130-828B-5874542684C6}" srcId="{9651B6FD-DA2C-469C-9230-BF867CD31929}" destId="{1CA91F35-0759-484B-96BE-3587EA517513}" srcOrd="0" destOrd="0" parTransId="{AAFF0131-F90C-47BA-B846-3BC280990925}" sibTransId="{24AFEB68-0BB8-42C5-848F-21F8899EE5C6}"/>
    <dgm:cxn modelId="{B969BD33-1504-47DD-8755-4C875BEB7776}" type="presOf" srcId="{82C7C66E-5D41-4A93-9EBB-D9198ADA1F51}" destId="{C2F74157-58D9-48B8-9E18-1B29ADBFDFCE}" srcOrd="0" destOrd="0" presId="urn:microsoft.com/office/officeart/2005/8/layout/hierarchy4"/>
    <dgm:cxn modelId="{8613D036-0686-4E2A-A912-DBDA2AE6373F}" srcId="{24B8A6B5-9B2C-490E-AB4F-1F0C8AEC39D5}" destId="{A58E6728-D14E-4E01-BB84-78E963FB8B44}" srcOrd="1" destOrd="0" parTransId="{23EE80DE-6FDB-4D09-AFDE-8CF6B84205E9}" sibTransId="{272266FD-B51D-4FD6-A0C6-973D828AA727}"/>
    <dgm:cxn modelId="{CB767942-00EC-4877-B345-77E1E395FEE2}" srcId="{7B7FB75B-2273-4505-BD23-EC2C8E1820C7}" destId="{5C0DB8F9-4463-4A34-A1BF-48A2768ADBDA}" srcOrd="0" destOrd="0" parTransId="{754798F3-4360-4F8E-B320-4D808A85AC91}" sibTransId="{52A6D135-7D2D-4F89-AFFE-2BB35848791C}"/>
    <dgm:cxn modelId="{669B5649-6E08-4BE1-8A50-2BDDA67F0344}" type="presOf" srcId="{3829E93A-EE80-4D04-973A-8673F1DBF5CC}" destId="{9263CEA0-EE4E-43E5-AC42-DC826E92B29A}" srcOrd="0" destOrd="0" presId="urn:microsoft.com/office/officeart/2005/8/layout/hierarchy4"/>
    <dgm:cxn modelId="{3F61486C-031C-481D-9926-97253F7102EE}" srcId="{F4094B38-40B3-47F6-BC92-8A3BEE649C6A}" destId="{F84B346C-07A0-4A49-90B4-3916BE94720B}" srcOrd="0" destOrd="0" parTransId="{15189611-4260-444D-8D77-E10129BBDE64}" sibTransId="{065D3D06-EA4F-46CB-990C-4A27FA8B8F7B}"/>
    <dgm:cxn modelId="{B1246753-B905-4931-8C52-D04B330F7AD4}" type="presOf" srcId="{BF299C8F-383D-40EA-89C8-409B2567A6F6}" destId="{27C213B9-0192-4165-B7B5-7CBE6D3D0A77}" srcOrd="0" destOrd="0" presId="urn:microsoft.com/office/officeart/2005/8/layout/hierarchy4"/>
    <dgm:cxn modelId="{0A89BA77-598E-46F4-B61C-37885D7DE43A}" type="presOf" srcId="{8B7E997F-CAE6-4E6B-87A0-5CE1B24ED8CB}" destId="{8B5E18E8-E5C8-4E77-8DE5-939B4016EB9E}" srcOrd="0" destOrd="0" presId="urn:microsoft.com/office/officeart/2005/8/layout/hierarchy4"/>
    <dgm:cxn modelId="{36F73D78-1B8F-48E5-AB0F-39889D11B998}" type="presOf" srcId="{A58E6728-D14E-4E01-BB84-78E963FB8B44}" destId="{3163C9EE-FB2E-45B4-807A-220B3E597ABA}" srcOrd="0" destOrd="0" presId="urn:microsoft.com/office/officeart/2005/8/layout/hierarchy4"/>
    <dgm:cxn modelId="{6790DC7F-3585-4755-9D2E-718CFFB7B7BB}" srcId="{06D81479-1BCA-49E2-9148-00D5A629A8F4}" destId="{7B7FB75B-2273-4505-BD23-EC2C8E1820C7}" srcOrd="0" destOrd="0" parTransId="{C05930FC-CE37-4145-8A43-6FEDB6787155}" sibTransId="{DBF357B8-8180-4FB8-9B47-E90000F2E4BA}"/>
    <dgm:cxn modelId="{285AD488-7815-409D-A3D1-97733319D8BE}" type="presOf" srcId="{F4094B38-40B3-47F6-BC92-8A3BEE649C6A}" destId="{370F6B30-D089-4146-89BF-8A40E61313A2}" srcOrd="0" destOrd="0" presId="urn:microsoft.com/office/officeart/2005/8/layout/hierarchy4"/>
    <dgm:cxn modelId="{57388D8C-25B4-4DB3-BFBE-CBCEEFEC12D4}" type="presOf" srcId="{1C9DA7BF-17EB-40B4-A7ED-0CA59F5755BD}" destId="{7A85D58A-A0B4-4E6D-A24D-91FE3C007E10}" srcOrd="0" destOrd="0" presId="urn:microsoft.com/office/officeart/2005/8/layout/hierarchy4"/>
    <dgm:cxn modelId="{98C1608D-45D6-4D5F-B2E8-32C34F827133}" srcId="{A58E6728-D14E-4E01-BB84-78E963FB8B44}" destId="{C992632D-E7E0-4B0A-8ED8-28BCDB642157}" srcOrd="0" destOrd="0" parTransId="{5166EBD8-FD08-4842-BD94-5A57C6A10FD5}" sibTransId="{051812F8-0F63-4FC1-8DB7-339974B91762}"/>
    <dgm:cxn modelId="{FB97568F-5C10-4344-9028-30FCC360B85A}" type="presOf" srcId="{5C0DB8F9-4463-4A34-A1BF-48A2768ADBDA}" destId="{E7E25D24-BD5F-4CEB-AA1A-124669EFE992}" srcOrd="0" destOrd="0" presId="urn:microsoft.com/office/officeart/2005/8/layout/hierarchy4"/>
    <dgm:cxn modelId="{A294AE91-CBF3-4A67-BFE7-71D678ED1623}" type="presOf" srcId="{9651B6FD-DA2C-469C-9230-BF867CD31929}" destId="{34560FA7-075A-4655-88F0-EAEA7647884A}" srcOrd="0" destOrd="0" presId="urn:microsoft.com/office/officeart/2005/8/layout/hierarchy4"/>
    <dgm:cxn modelId="{BC76679F-164B-4927-9C9C-AEF2BABF8BB8}" srcId="{BF299C8F-383D-40EA-89C8-409B2567A6F6}" destId="{9DFEDF65-BB4B-405C-B165-F663A4062B70}" srcOrd="0" destOrd="0" parTransId="{17DAE573-AEA6-4A33-AB76-EF0298BD3823}" sibTransId="{89CA87D3-C560-43BF-B529-39E5E0AC7D9C}"/>
    <dgm:cxn modelId="{5D66A7B2-F5D8-49AB-850B-E9E15FEB7802}" type="presOf" srcId="{3D307129-635F-48F5-BD7F-EA4B72137EDC}" destId="{07310538-3086-4136-8B1D-D110088E75A2}" srcOrd="0" destOrd="0" presId="urn:microsoft.com/office/officeart/2005/8/layout/hierarchy4"/>
    <dgm:cxn modelId="{BC91C3B2-DD2C-47D5-A0E3-F4F7D8360C74}" srcId="{C992632D-E7E0-4B0A-8ED8-28BCDB642157}" destId="{9651B6FD-DA2C-469C-9230-BF867CD31929}" srcOrd="0" destOrd="0" parTransId="{FBB76FD8-40B1-4040-8B91-19BCAF175CEA}" sibTransId="{EECD535D-1026-442D-B13B-BEF2EF927DA0}"/>
    <dgm:cxn modelId="{D26181B8-8327-4835-88F1-E128161921C7}" type="presOf" srcId="{DFE6EF3F-AA8C-4798-B61D-D940B1E3E92C}" destId="{E024EAB7-9239-474A-B7B0-9F30C7614465}" srcOrd="0" destOrd="0" presId="urn:microsoft.com/office/officeart/2005/8/layout/hierarchy4"/>
    <dgm:cxn modelId="{491725BC-4AE0-455F-99D8-6B9DB7EEA85E}" type="presOf" srcId="{C992632D-E7E0-4B0A-8ED8-28BCDB642157}" destId="{02A631A8-A0E5-43C2-A1B3-E61A5918EABD}" srcOrd="0" destOrd="0" presId="urn:microsoft.com/office/officeart/2005/8/layout/hierarchy4"/>
    <dgm:cxn modelId="{6B9196C3-FA76-4A1C-844E-D564C2D07580}" type="presOf" srcId="{F84B346C-07A0-4A49-90B4-3916BE94720B}" destId="{E620ED97-06E6-46B4-AF10-EA62BF6E5F4A}" srcOrd="0" destOrd="0" presId="urn:microsoft.com/office/officeart/2005/8/layout/hierarchy4"/>
    <dgm:cxn modelId="{52F72FC6-935A-4BC2-A166-C1922A601403}" srcId="{A58E6728-D14E-4E01-BB84-78E963FB8B44}" destId="{6324018D-594D-4EC1-AA5C-C548A88942AE}" srcOrd="1" destOrd="0" parTransId="{A6F337D5-EB3D-452C-88C4-93E94DDF3ED5}" sibTransId="{A7338C87-3FAA-40EF-9CDB-11D0E68A0B42}"/>
    <dgm:cxn modelId="{101186D8-6016-4001-B086-089F9068FAFA}" type="presOf" srcId="{06D81479-1BCA-49E2-9148-00D5A629A8F4}" destId="{35F4A1AC-3E3B-4248-8ABC-1625A3F6A9A0}" srcOrd="0" destOrd="0" presId="urn:microsoft.com/office/officeart/2005/8/layout/hierarchy4"/>
    <dgm:cxn modelId="{911D71DC-71B9-4BDD-8354-0BE37C567338}" srcId="{C992632D-E7E0-4B0A-8ED8-28BCDB642157}" destId="{82C7C66E-5D41-4A93-9EBB-D9198ADA1F51}" srcOrd="2" destOrd="0" parTransId="{AFA20A3E-4431-4CF7-9C37-F58D60A55BDE}" sibTransId="{8C4334BF-7AAC-4E6F-8D9B-C4FEC9C43EFC}"/>
    <dgm:cxn modelId="{241E04E5-0038-44DB-9EA2-3BE2CDB4CEEC}" type="presOf" srcId="{24B8A6B5-9B2C-490E-AB4F-1F0C8AEC39D5}" destId="{91C9E0A3-4911-451A-8512-361D2342C543}" srcOrd="0" destOrd="0" presId="urn:microsoft.com/office/officeart/2005/8/layout/hierarchy4"/>
    <dgm:cxn modelId="{A31E44EE-7F4F-4D7C-BEFB-E060216C5F2A}" srcId="{6324018D-594D-4EC1-AA5C-C548A88942AE}" destId="{3D307129-635F-48F5-BD7F-EA4B72137EDC}" srcOrd="0" destOrd="0" parTransId="{A241733C-058C-4653-B8BF-9C51B7F563A8}" sibTransId="{A1668F4C-A998-4867-AF7B-33CFFDC694E0}"/>
    <dgm:cxn modelId="{8AA9D1F6-09BB-4A2F-85F6-32D6059C8DDE}" srcId="{A58E6728-D14E-4E01-BB84-78E963FB8B44}" destId="{BF299C8F-383D-40EA-89C8-409B2567A6F6}" srcOrd="2" destOrd="0" parTransId="{28F954AF-1936-4C9D-9519-D895A380D070}" sibTransId="{4A1CAC44-705D-4178-B003-B696BFD3DF7D}"/>
    <dgm:cxn modelId="{FB94A0FB-9606-4426-A639-C1F7BEE1F0AE}" srcId="{24B8A6B5-9B2C-490E-AB4F-1F0C8AEC39D5}" destId="{06D81479-1BCA-49E2-9148-00D5A629A8F4}" srcOrd="0" destOrd="0" parTransId="{A4BA32AD-D049-4640-99D4-6DF966E94419}" sibTransId="{56C64573-4C67-4ACF-81F8-0C76026D7B29}"/>
    <dgm:cxn modelId="{73F8B487-B9E9-4433-8F1F-2F067D698116}" type="presParOf" srcId="{91C9E0A3-4911-451A-8512-361D2342C543}" destId="{2F7EBAD8-E432-4B62-9028-5A72BB830327}" srcOrd="0" destOrd="0" presId="urn:microsoft.com/office/officeart/2005/8/layout/hierarchy4"/>
    <dgm:cxn modelId="{3E22891E-3299-433E-9F37-F8B11D85749A}" type="presParOf" srcId="{2F7EBAD8-E432-4B62-9028-5A72BB830327}" destId="{35F4A1AC-3E3B-4248-8ABC-1625A3F6A9A0}" srcOrd="0" destOrd="0" presId="urn:microsoft.com/office/officeart/2005/8/layout/hierarchy4"/>
    <dgm:cxn modelId="{2221EC5D-1F66-4401-86D2-4FE490A997EA}" type="presParOf" srcId="{2F7EBAD8-E432-4B62-9028-5A72BB830327}" destId="{0D184215-743B-4675-B00D-C34C1CA43267}" srcOrd="1" destOrd="0" presId="urn:microsoft.com/office/officeart/2005/8/layout/hierarchy4"/>
    <dgm:cxn modelId="{5E604DB8-D429-4EC6-898B-287B166AC078}" type="presParOf" srcId="{2F7EBAD8-E432-4B62-9028-5A72BB830327}" destId="{AC667660-4B43-49B4-B732-B520D99C60E4}" srcOrd="2" destOrd="0" presId="urn:microsoft.com/office/officeart/2005/8/layout/hierarchy4"/>
    <dgm:cxn modelId="{87DC9D48-B3CA-43EE-AA66-852EECAF1782}" type="presParOf" srcId="{AC667660-4B43-49B4-B732-B520D99C60E4}" destId="{B10FC192-ECA2-4897-87A0-85CAD9A4DE9B}" srcOrd="0" destOrd="0" presId="urn:microsoft.com/office/officeart/2005/8/layout/hierarchy4"/>
    <dgm:cxn modelId="{72B9C7D4-488B-4B63-9664-91DF8BD09C1D}" type="presParOf" srcId="{B10FC192-ECA2-4897-87A0-85CAD9A4DE9B}" destId="{81A79AB8-B4A7-4CDE-9429-30C427836916}" srcOrd="0" destOrd="0" presId="urn:microsoft.com/office/officeart/2005/8/layout/hierarchy4"/>
    <dgm:cxn modelId="{D5D5C3F4-4FD9-42D9-978D-AB0597D00020}" type="presParOf" srcId="{B10FC192-ECA2-4897-87A0-85CAD9A4DE9B}" destId="{D26212C7-1ABF-4460-8302-02703427F240}" srcOrd="1" destOrd="0" presId="urn:microsoft.com/office/officeart/2005/8/layout/hierarchy4"/>
    <dgm:cxn modelId="{534A12C2-C964-4A08-8A73-DE309AE5DE59}" type="presParOf" srcId="{B10FC192-ECA2-4897-87A0-85CAD9A4DE9B}" destId="{2E114DFD-7661-4250-B96E-2F25991E2703}" srcOrd="2" destOrd="0" presId="urn:microsoft.com/office/officeart/2005/8/layout/hierarchy4"/>
    <dgm:cxn modelId="{61E1DFE7-913D-4EAB-B358-EF68A0252E19}" type="presParOf" srcId="{2E114DFD-7661-4250-B96E-2F25991E2703}" destId="{DAA1788D-BAEC-4950-BF21-F3EE18A1CEE1}" srcOrd="0" destOrd="0" presId="urn:microsoft.com/office/officeart/2005/8/layout/hierarchy4"/>
    <dgm:cxn modelId="{0ED52523-1BD9-4CDC-98DD-943F0C60F346}" type="presParOf" srcId="{DAA1788D-BAEC-4950-BF21-F3EE18A1CEE1}" destId="{E7E25D24-BD5F-4CEB-AA1A-124669EFE992}" srcOrd="0" destOrd="0" presId="urn:microsoft.com/office/officeart/2005/8/layout/hierarchy4"/>
    <dgm:cxn modelId="{05A76456-269C-4310-92DD-6461DB0E86C5}" type="presParOf" srcId="{DAA1788D-BAEC-4950-BF21-F3EE18A1CEE1}" destId="{5CA89FED-64B7-4539-9301-F12475A07FC7}" srcOrd="1" destOrd="0" presId="urn:microsoft.com/office/officeart/2005/8/layout/hierarchy4"/>
    <dgm:cxn modelId="{E097F74E-C774-458D-97F4-694E3B1E82F4}" type="presParOf" srcId="{DAA1788D-BAEC-4950-BF21-F3EE18A1CEE1}" destId="{88AF4D1A-3148-4950-BE1B-180A7D52A8BB}" srcOrd="2" destOrd="0" presId="urn:microsoft.com/office/officeart/2005/8/layout/hierarchy4"/>
    <dgm:cxn modelId="{FF56CC32-4E74-469A-A24C-0FCF3D4EDC89}" type="presParOf" srcId="{88AF4D1A-3148-4950-BE1B-180A7D52A8BB}" destId="{9462F5A0-86ED-4544-983A-10B105F012C4}" srcOrd="0" destOrd="0" presId="urn:microsoft.com/office/officeart/2005/8/layout/hierarchy4"/>
    <dgm:cxn modelId="{93B0B712-777C-4AE6-9EDF-16AA0DA1867C}" type="presParOf" srcId="{9462F5A0-86ED-4544-983A-10B105F012C4}" destId="{E024EAB7-9239-474A-B7B0-9F30C7614465}" srcOrd="0" destOrd="0" presId="urn:microsoft.com/office/officeart/2005/8/layout/hierarchy4"/>
    <dgm:cxn modelId="{6C1A5F8F-CBF9-4334-B98A-E91373150E59}" type="presParOf" srcId="{9462F5A0-86ED-4544-983A-10B105F012C4}" destId="{ECA241E3-2BDF-42BB-870D-C08598F1283E}" srcOrd="1" destOrd="0" presId="urn:microsoft.com/office/officeart/2005/8/layout/hierarchy4"/>
    <dgm:cxn modelId="{6E2069DA-6540-4C98-AACA-7AD0B87C4284}" type="presParOf" srcId="{9462F5A0-86ED-4544-983A-10B105F012C4}" destId="{F2B42CA9-D401-44EA-B0D8-1ED976D5403B}" srcOrd="2" destOrd="0" presId="urn:microsoft.com/office/officeart/2005/8/layout/hierarchy4"/>
    <dgm:cxn modelId="{5EAF6036-DD76-497C-9D26-734C3ECDB3BF}" type="presParOf" srcId="{F2B42CA9-D401-44EA-B0D8-1ED976D5403B}" destId="{8010E4FA-0F00-4C9A-9077-2C3284E7CB31}" srcOrd="0" destOrd="0" presId="urn:microsoft.com/office/officeart/2005/8/layout/hierarchy4"/>
    <dgm:cxn modelId="{7E5B9901-D05B-46A4-899E-9816A3B4AEE9}" type="presParOf" srcId="{8010E4FA-0F00-4C9A-9077-2C3284E7CB31}" destId="{9263CEA0-EE4E-43E5-AC42-DC826E92B29A}" srcOrd="0" destOrd="0" presId="urn:microsoft.com/office/officeart/2005/8/layout/hierarchy4"/>
    <dgm:cxn modelId="{31036BCF-5FAF-48A5-AE1A-17E4BA18D901}" type="presParOf" srcId="{8010E4FA-0F00-4C9A-9077-2C3284E7CB31}" destId="{2C57AFE6-149B-4BBA-A761-385E55F5CEEC}" srcOrd="1" destOrd="0" presId="urn:microsoft.com/office/officeart/2005/8/layout/hierarchy4"/>
    <dgm:cxn modelId="{6ECEBD5A-0ADD-4F6F-AD54-031C909E3545}" type="presParOf" srcId="{8010E4FA-0F00-4C9A-9077-2C3284E7CB31}" destId="{4C813BDB-D9D8-46C6-8FF9-2BA6526DE1F3}" srcOrd="2" destOrd="0" presId="urn:microsoft.com/office/officeart/2005/8/layout/hierarchy4"/>
    <dgm:cxn modelId="{B3060312-6557-4BC6-8E15-4B9A28F136D7}" type="presParOf" srcId="{4C813BDB-D9D8-46C6-8FF9-2BA6526DE1F3}" destId="{BF0DB64C-958B-4619-9BE1-4F9534E848CA}" srcOrd="0" destOrd="0" presId="urn:microsoft.com/office/officeart/2005/8/layout/hierarchy4"/>
    <dgm:cxn modelId="{8041F365-A7E5-423D-8466-41ECA6B33BE5}" type="presParOf" srcId="{BF0DB64C-958B-4619-9BE1-4F9534E848CA}" destId="{7A85D58A-A0B4-4E6D-A24D-91FE3C007E10}" srcOrd="0" destOrd="0" presId="urn:microsoft.com/office/officeart/2005/8/layout/hierarchy4"/>
    <dgm:cxn modelId="{B3267819-82C9-4D02-9607-211D42539F59}" type="presParOf" srcId="{BF0DB64C-958B-4619-9BE1-4F9534E848CA}" destId="{F6DE746F-9468-4AFD-BC64-F417AA9A9ECC}" srcOrd="1" destOrd="0" presId="urn:microsoft.com/office/officeart/2005/8/layout/hierarchy4"/>
    <dgm:cxn modelId="{5E8C2DEB-5B4E-4EDB-9391-42B24D0ACDB6}" type="presParOf" srcId="{91C9E0A3-4911-451A-8512-361D2342C543}" destId="{2953CF02-4B42-470D-A99B-C82F3AF36D26}" srcOrd="1" destOrd="0" presId="urn:microsoft.com/office/officeart/2005/8/layout/hierarchy4"/>
    <dgm:cxn modelId="{A9318F9C-05B2-48EE-9A49-6B98EFDEDBA1}" type="presParOf" srcId="{91C9E0A3-4911-451A-8512-361D2342C543}" destId="{9E47A270-9205-40BF-A3F8-22963E65693E}" srcOrd="2" destOrd="0" presId="urn:microsoft.com/office/officeart/2005/8/layout/hierarchy4"/>
    <dgm:cxn modelId="{008AD098-4A01-4247-AAE1-F570E6BE8840}" type="presParOf" srcId="{9E47A270-9205-40BF-A3F8-22963E65693E}" destId="{3163C9EE-FB2E-45B4-807A-220B3E597ABA}" srcOrd="0" destOrd="0" presId="urn:microsoft.com/office/officeart/2005/8/layout/hierarchy4"/>
    <dgm:cxn modelId="{D2682513-1187-4B4E-B2CF-A0776620CBD7}" type="presParOf" srcId="{9E47A270-9205-40BF-A3F8-22963E65693E}" destId="{34E90339-B082-4880-ADB6-B243363EF663}" srcOrd="1" destOrd="0" presId="urn:microsoft.com/office/officeart/2005/8/layout/hierarchy4"/>
    <dgm:cxn modelId="{A26CFA49-4B93-4AA0-9C1C-BA60E9D18EAD}" type="presParOf" srcId="{9E47A270-9205-40BF-A3F8-22963E65693E}" destId="{88A5E939-17F0-4DB3-A0E2-C039B053110E}" srcOrd="2" destOrd="0" presId="urn:microsoft.com/office/officeart/2005/8/layout/hierarchy4"/>
    <dgm:cxn modelId="{375E353F-868E-4165-9CD5-97CEA57A730B}" type="presParOf" srcId="{88A5E939-17F0-4DB3-A0E2-C039B053110E}" destId="{FC1DFFD5-154B-405E-8B7C-2D5A193DC24E}" srcOrd="0" destOrd="0" presId="urn:microsoft.com/office/officeart/2005/8/layout/hierarchy4"/>
    <dgm:cxn modelId="{0A7D10BF-07DF-44D1-AFD9-831E9516C00E}" type="presParOf" srcId="{FC1DFFD5-154B-405E-8B7C-2D5A193DC24E}" destId="{02A631A8-A0E5-43C2-A1B3-E61A5918EABD}" srcOrd="0" destOrd="0" presId="urn:microsoft.com/office/officeart/2005/8/layout/hierarchy4"/>
    <dgm:cxn modelId="{D2E50666-7214-4FAE-B44C-90BD9816B0E7}" type="presParOf" srcId="{FC1DFFD5-154B-405E-8B7C-2D5A193DC24E}" destId="{ECB107E3-8705-451A-8DAA-38DC0D9765E2}" srcOrd="1" destOrd="0" presId="urn:microsoft.com/office/officeart/2005/8/layout/hierarchy4"/>
    <dgm:cxn modelId="{7B3E8602-6D7F-428B-83C3-975D538176E6}" type="presParOf" srcId="{FC1DFFD5-154B-405E-8B7C-2D5A193DC24E}" destId="{4390CAE5-4434-420E-A922-02E2288730DF}" srcOrd="2" destOrd="0" presId="urn:microsoft.com/office/officeart/2005/8/layout/hierarchy4"/>
    <dgm:cxn modelId="{74017219-669E-4C9F-949B-D8683F51DF18}" type="presParOf" srcId="{4390CAE5-4434-420E-A922-02E2288730DF}" destId="{5120283F-D03F-4C6A-992B-FA3BC57BE8CF}" srcOrd="0" destOrd="0" presId="urn:microsoft.com/office/officeart/2005/8/layout/hierarchy4"/>
    <dgm:cxn modelId="{827A9BEC-C17B-4A50-9ACA-66C1E6356CFB}" type="presParOf" srcId="{5120283F-D03F-4C6A-992B-FA3BC57BE8CF}" destId="{34560FA7-075A-4655-88F0-EAEA7647884A}" srcOrd="0" destOrd="0" presId="urn:microsoft.com/office/officeart/2005/8/layout/hierarchy4"/>
    <dgm:cxn modelId="{3A287D71-E5DA-4184-B65A-3BB0760E49B7}" type="presParOf" srcId="{5120283F-D03F-4C6A-992B-FA3BC57BE8CF}" destId="{9A1E2FCC-7D39-4885-84DE-0D7FF7AD78FC}" srcOrd="1" destOrd="0" presId="urn:microsoft.com/office/officeart/2005/8/layout/hierarchy4"/>
    <dgm:cxn modelId="{B8FD87B0-99F0-48B2-8145-77837DF102D9}" type="presParOf" srcId="{5120283F-D03F-4C6A-992B-FA3BC57BE8CF}" destId="{C6741069-CE8C-4553-9C9D-B4CDF32DDC12}" srcOrd="2" destOrd="0" presId="urn:microsoft.com/office/officeart/2005/8/layout/hierarchy4"/>
    <dgm:cxn modelId="{C3C11604-211D-4842-AF53-0534CD9C85B0}" type="presParOf" srcId="{C6741069-CE8C-4553-9C9D-B4CDF32DDC12}" destId="{F9EA6FDB-0B04-4072-9E22-D3CE2020C4F2}" srcOrd="0" destOrd="0" presId="urn:microsoft.com/office/officeart/2005/8/layout/hierarchy4"/>
    <dgm:cxn modelId="{9755785C-BBB3-4BA5-994A-6A08C028E30B}" type="presParOf" srcId="{F9EA6FDB-0B04-4072-9E22-D3CE2020C4F2}" destId="{FD5FA520-0A4B-445F-9E64-75EF7FF2948A}" srcOrd="0" destOrd="0" presId="urn:microsoft.com/office/officeart/2005/8/layout/hierarchy4"/>
    <dgm:cxn modelId="{4EA12311-FE76-450B-9656-B7BC862AC954}" type="presParOf" srcId="{F9EA6FDB-0B04-4072-9E22-D3CE2020C4F2}" destId="{A275E437-7A60-4E78-BDBE-29C71A8EEFED}" srcOrd="1" destOrd="0" presId="urn:microsoft.com/office/officeart/2005/8/layout/hierarchy4"/>
    <dgm:cxn modelId="{4A6F56E2-0D49-4AFE-A881-C4C9E0BB11D1}" type="presParOf" srcId="{F9EA6FDB-0B04-4072-9E22-D3CE2020C4F2}" destId="{18927F5F-858F-4E6D-8925-BC7B0556865B}" srcOrd="2" destOrd="0" presId="urn:microsoft.com/office/officeart/2005/8/layout/hierarchy4"/>
    <dgm:cxn modelId="{BD90E541-41C2-4B0F-9A8B-01FF93B4D534}" type="presParOf" srcId="{18927F5F-858F-4E6D-8925-BC7B0556865B}" destId="{B8E0A2D1-D027-41A3-8152-5E0F60B2C2F2}" srcOrd="0" destOrd="0" presId="urn:microsoft.com/office/officeart/2005/8/layout/hierarchy4"/>
    <dgm:cxn modelId="{3330524F-E171-444B-B551-3502BB7AF587}" type="presParOf" srcId="{B8E0A2D1-D027-41A3-8152-5E0F60B2C2F2}" destId="{A8B71DF0-3157-4934-95B7-DF8B82E4D659}" srcOrd="0" destOrd="0" presId="urn:microsoft.com/office/officeart/2005/8/layout/hierarchy4"/>
    <dgm:cxn modelId="{8D927232-26A9-43A4-976D-AEC23376FDF0}" type="presParOf" srcId="{B8E0A2D1-D027-41A3-8152-5E0F60B2C2F2}" destId="{3023CBB9-6DE7-4B49-B5DA-D00042714970}" srcOrd="1" destOrd="0" presId="urn:microsoft.com/office/officeart/2005/8/layout/hierarchy4"/>
    <dgm:cxn modelId="{151800B3-801D-48EC-B9EE-F45140DC584A}" type="presParOf" srcId="{B8E0A2D1-D027-41A3-8152-5E0F60B2C2F2}" destId="{B8426337-BBC7-4A0A-A9E9-C7D6D82C3B6D}" srcOrd="2" destOrd="0" presId="urn:microsoft.com/office/officeart/2005/8/layout/hierarchy4"/>
    <dgm:cxn modelId="{48768EF3-65C6-4B21-8A4C-EEEFEBB55A89}" type="presParOf" srcId="{B8426337-BBC7-4A0A-A9E9-C7D6D82C3B6D}" destId="{7017C1A2-D1E3-4044-A035-1A87C6B63104}" srcOrd="0" destOrd="0" presId="urn:microsoft.com/office/officeart/2005/8/layout/hierarchy4"/>
    <dgm:cxn modelId="{896B7FCF-D92D-4426-9AAA-CF34A39EE22F}" type="presParOf" srcId="{7017C1A2-D1E3-4044-A035-1A87C6B63104}" destId="{8B5E18E8-E5C8-4E77-8DE5-939B4016EB9E}" srcOrd="0" destOrd="0" presId="urn:microsoft.com/office/officeart/2005/8/layout/hierarchy4"/>
    <dgm:cxn modelId="{DB63A12E-CA2A-4D82-9A60-9EB0FE804BFA}" type="presParOf" srcId="{7017C1A2-D1E3-4044-A035-1A87C6B63104}" destId="{D19933CF-9C86-4B47-B381-6AF988922462}" srcOrd="1" destOrd="0" presId="urn:microsoft.com/office/officeart/2005/8/layout/hierarchy4"/>
    <dgm:cxn modelId="{DD7A8029-D08D-471D-B893-D3A9496F5179}" type="presParOf" srcId="{4390CAE5-4434-420E-A922-02E2288730DF}" destId="{EB92978F-AE45-4319-892E-2B3F1B4B411C}" srcOrd="1" destOrd="0" presId="urn:microsoft.com/office/officeart/2005/8/layout/hierarchy4"/>
    <dgm:cxn modelId="{49D761D7-6491-42E3-ABE0-7D8EECF092DC}" type="presParOf" srcId="{4390CAE5-4434-420E-A922-02E2288730DF}" destId="{F6513F10-1341-4EED-8117-28A69708E427}" srcOrd="2" destOrd="0" presId="urn:microsoft.com/office/officeart/2005/8/layout/hierarchy4"/>
    <dgm:cxn modelId="{48296A37-F77C-43D6-9EEF-9898FFFCC78C}" type="presParOf" srcId="{F6513F10-1341-4EED-8117-28A69708E427}" destId="{370F6B30-D089-4146-89BF-8A40E61313A2}" srcOrd="0" destOrd="0" presId="urn:microsoft.com/office/officeart/2005/8/layout/hierarchy4"/>
    <dgm:cxn modelId="{81EA9AFD-210A-4EB0-A874-18990336524B}" type="presParOf" srcId="{F6513F10-1341-4EED-8117-28A69708E427}" destId="{8481D12C-D079-440B-BE80-50F841267C76}" srcOrd="1" destOrd="0" presId="urn:microsoft.com/office/officeart/2005/8/layout/hierarchy4"/>
    <dgm:cxn modelId="{E4B8EDCA-45F8-4589-B411-0E8BEADE73AB}" type="presParOf" srcId="{F6513F10-1341-4EED-8117-28A69708E427}" destId="{C83D4373-5E42-4513-9436-C125B69DE4C6}" srcOrd="2" destOrd="0" presId="urn:microsoft.com/office/officeart/2005/8/layout/hierarchy4"/>
    <dgm:cxn modelId="{6E23DECD-9124-4816-9942-69124C0CE1D3}" type="presParOf" srcId="{C83D4373-5E42-4513-9436-C125B69DE4C6}" destId="{DE397FB2-B21C-4FD8-911E-1CE320F2D3D6}" srcOrd="0" destOrd="0" presId="urn:microsoft.com/office/officeart/2005/8/layout/hierarchy4"/>
    <dgm:cxn modelId="{CB613DA4-89A7-4F86-8A4B-492F7DA22BCC}" type="presParOf" srcId="{DE397FB2-B21C-4FD8-911E-1CE320F2D3D6}" destId="{E620ED97-06E6-46B4-AF10-EA62BF6E5F4A}" srcOrd="0" destOrd="0" presId="urn:microsoft.com/office/officeart/2005/8/layout/hierarchy4"/>
    <dgm:cxn modelId="{580F0C3B-A102-479F-92DC-EBFBCC2AE5CE}" type="presParOf" srcId="{DE397FB2-B21C-4FD8-911E-1CE320F2D3D6}" destId="{6131CA3D-C22A-4CA9-8662-E72F61037D2E}" srcOrd="1" destOrd="0" presId="urn:microsoft.com/office/officeart/2005/8/layout/hierarchy4"/>
    <dgm:cxn modelId="{FD265D77-DBF2-4258-9470-F268CB5DEFF5}" type="presParOf" srcId="{4390CAE5-4434-420E-A922-02E2288730DF}" destId="{445896AF-5B9E-4ECB-9157-11166083A29F}" srcOrd="3" destOrd="0" presId="urn:microsoft.com/office/officeart/2005/8/layout/hierarchy4"/>
    <dgm:cxn modelId="{CEA2D939-C360-4CA4-AF61-B2D713C0DEF4}" type="presParOf" srcId="{4390CAE5-4434-420E-A922-02E2288730DF}" destId="{DB1C64AA-0F5A-426E-A8F1-16198EAED3B9}" srcOrd="4" destOrd="0" presId="urn:microsoft.com/office/officeart/2005/8/layout/hierarchy4"/>
    <dgm:cxn modelId="{DBE0BD10-ED58-49B7-B5AC-3877C1CD9BD7}" type="presParOf" srcId="{DB1C64AA-0F5A-426E-A8F1-16198EAED3B9}" destId="{C2F74157-58D9-48B8-9E18-1B29ADBFDFCE}" srcOrd="0" destOrd="0" presId="urn:microsoft.com/office/officeart/2005/8/layout/hierarchy4"/>
    <dgm:cxn modelId="{B8944A79-B61A-4813-964F-D1C53C4C2A0A}" type="presParOf" srcId="{DB1C64AA-0F5A-426E-A8F1-16198EAED3B9}" destId="{71098C18-3B0C-4862-8698-24EE535427EE}" srcOrd="1" destOrd="0" presId="urn:microsoft.com/office/officeart/2005/8/layout/hierarchy4"/>
    <dgm:cxn modelId="{094D341F-9332-4A03-A393-77803A98490C}" type="presParOf" srcId="{88A5E939-17F0-4DB3-A0E2-C039B053110E}" destId="{ABB0B98A-59A9-42B8-BA2E-BC551D43176D}" srcOrd="1" destOrd="0" presId="urn:microsoft.com/office/officeart/2005/8/layout/hierarchy4"/>
    <dgm:cxn modelId="{FC6A054C-6298-450C-9005-428E142DA4C5}" type="presParOf" srcId="{88A5E939-17F0-4DB3-A0E2-C039B053110E}" destId="{2E5A2FB8-9975-4230-9D07-302E40E7B1D1}" srcOrd="2" destOrd="0" presId="urn:microsoft.com/office/officeart/2005/8/layout/hierarchy4"/>
    <dgm:cxn modelId="{3B778E95-24A9-47A8-BF07-173980F28336}" type="presParOf" srcId="{2E5A2FB8-9975-4230-9D07-302E40E7B1D1}" destId="{91F04C56-C7B6-4F67-A25D-895EB374B04E}" srcOrd="0" destOrd="0" presId="urn:microsoft.com/office/officeart/2005/8/layout/hierarchy4"/>
    <dgm:cxn modelId="{108C9C0B-453E-43C7-B876-2C7D8C52103F}" type="presParOf" srcId="{2E5A2FB8-9975-4230-9D07-302E40E7B1D1}" destId="{508AF14B-43F0-4842-9AA8-841345FF58AB}" srcOrd="1" destOrd="0" presId="urn:microsoft.com/office/officeart/2005/8/layout/hierarchy4"/>
    <dgm:cxn modelId="{5829D6DE-9BAB-44B0-90F6-319A7BC5CCC1}" type="presParOf" srcId="{2E5A2FB8-9975-4230-9D07-302E40E7B1D1}" destId="{74AA1646-5939-4768-84B9-4426C00F7C6E}" srcOrd="2" destOrd="0" presId="urn:microsoft.com/office/officeart/2005/8/layout/hierarchy4"/>
    <dgm:cxn modelId="{EF9C2432-7759-43EE-9BEF-D4DF0B34C19D}" type="presParOf" srcId="{74AA1646-5939-4768-84B9-4426C00F7C6E}" destId="{A352DBD1-A1F7-4D68-8378-D76B70602836}" srcOrd="0" destOrd="0" presId="urn:microsoft.com/office/officeart/2005/8/layout/hierarchy4"/>
    <dgm:cxn modelId="{2111626C-1BDF-426C-8A34-08932F9596B1}" type="presParOf" srcId="{A352DBD1-A1F7-4D68-8378-D76B70602836}" destId="{07310538-3086-4136-8B1D-D110088E75A2}" srcOrd="0" destOrd="0" presId="urn:microsoft.com/office/officeart/2005/8/layout/hierarchy4"/>
    <dgm:cxn modelId="{3A8979CB-DA14-4ABA-AA33-DD64AC2A001B}" type="presParOf" srcId="{A352DBD1-A1F7-4D68-8378-D76B70602836}" destId="{35814959-235B-4327-B47B-A06310E36F66}" srcOrd="1" destOrd="0" presId="urn:microsoft.com/office/officeart/2005/8/layout/hierarchy4"/>
    <dgm:cxn modelId="{EE75913D-CE0D-4A8C-A7E2-F04C97BCB502}" type="presParOf" srcId="{88A5E939-17F0-4DB3-A0E2-C039B053110E}" destId="{BBA97890-380D-4C03-A655-FB6832FDFDCE}" srcOrd="3" destOrd="0" presId="urn:microsoft.com/office/officeart/2005/8/layout/hierarchy4"/>
    <dgm:cxn modelId="{7F637675-4AB8-491B-902D-E60674C246DF}" type="presParOf" srcId="{88A5E939-17F0-4DB3-A0E2-C039B053110E}" destId="{E07EF549-505A-43C1-9C76-589A04BC7510}" srcOrd="4" destOrd="0" presId="urn:microsoft.com/office/officeart/2005/8/layout/hierarchy4"/>
    <dgm:cxn modelId="{74F23FA6-A7CE-48FB-9175-0011B4705CE9}" type="presParOf" srcId="{E07EF549-505A-43C1-9C76-589A04BC7510}" destId="{27C213B9-0192-4165-B7B5-7CBE6D3D0A77}" srcOrd="0" destOrd="0" presId="urn:microsoft.com/office/officeart/2005/8/layout/hierarchy4"/>
    <dgm:cxn modelId="{D5DA11F6-A03F-450B-AC7A-D1161DD5FD2B}" type="presParOf" srcId="{E07EF549-505A-43C1-9C76-589A04BC7510}" destId="{64A50350-ABCF-4331-8BFB-A4CA594CCCA7}" srcOrd="1" destOrd="0" presId="urn:microsoft.com/office/officeart/2005/8/layout/hierarchy4"/>
    <dgm:cxn modelId="{3D24C840-7793-44C4-9ACB-EFE9D749B1BD}" type="presParOf" srcId="{E07EF549-505A-43C1-9C76-589A04BC7510}" destId="{9BCCC512-D18A-4DA6-8F46-E4BDCAB1C6CA}" srcOrd="2" destOrd="0" presId="urn:microsoft.com/office/officeart/2005/8/layout/hierarchy4"/>
    <dgm:cxn modelId="{B7BBA1A3-1CFB-461F-992D-C905CC43C24A}" type="presParOf" srcId="{9BCCC512-D18A-4DA6-8F46-E4BDCAB1C6CA}" destId="{5EE1DC9C-DEBF-475E-917B-7B3708CEE963}" srcOrd="0" destOrd="0" presId="urn:microsoft.com/office/officeart/2005/8/layout/hierarchy4"/>
    <dgm:cxn modelId="{EAF81D9A-B136-43B6-A9BA-31939C2A1198}" type="presParOf" srcId="{5EE1DC9C-DEBF-475E-917B-7B3708CEE963}" destId="{9E329916-A165-48D7-A8F1-037F67F8853F}" srcOrd="0" destOrd="0" presId="urn:microsoft.com/office/officeart/2005/8/layout/hierarchy4"/>
    <dgm:cxn modelId="{4BEF2996-2C6F-41CD-A84C-01AC37E0CF4E}" type="presParOf" srcId="{5EE1DC9C-DEBF-475E-917B-7B3708CEE963}" destId="{7FAD4311-51F3-45CD-B9EB-A753AA6E0A23}" srcOrd="1" destOrd="0" presId="urn:microsoft.com/office/officeart/2005/8/layout/hierarchy4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5F4A1AC-3E3B-4248-8ABC-1625A3F6A9A0}">
      <dsp:nvSpPr>
        <dsp:cNvPr id="0" name=""/>
        <dsp:cNvSpPr/>
      </dsp:nvSpPr>
      <dsp:spPr>
        <a:xfrm>
          <a:off x="52" y="1081"/>
          <a:ext cx="1675513" cy="1041533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threePt" dir="t">
            <a:rot lat="0" lon="0" rev="7500000"/>
          </a:lightRig>
        </a:scene3d>
        <a:sp3d prstMaterial="plastic">
          <a:bevelT w="127000" h="25400" prst="relaxedInset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PT" sz="1800" kern="1200" dirty="0"/>
            <a:t>País</a:t>
          </a:r>
        </a:p>
      </dsp:txBody>
      <dsp:txXfrm>
        <a:off x="30557" y="31586"/>
        <a:ext cx="1614503" cy="980523"/>
      </dsp:txXfrm>
    </dsp:sp>
    <dsp:sp modelId="{81A79AB8-B4A7-4CDE-9429-30C427836916}">
      <dsp:nvSpPr>
        <dsp:cNvPr id="0" name=""/>
        <dsp:cNvSpPr/>
      </dsp:nvSpPr>
      <dsp:spPr>
        <a:xfrm>
          <a:off x="52" y="1136002"/>
          <a:ext cx="1675513" cy="1041533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threePt" dir="t">
            <a:rot lat="0" lon="0" rev="7500000"/>
          </a:lightRig>
        </a:scene3d>
        <a:sp3d prstMaterial="plastic">
          <a:bevelT w="127000" h="25400" prst="relaxedInset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PT" sz="1800" kern="1200" dirty="0"/>
            <a:t>Distrito</a:t>
          </a:r>
        </a:p>
      </dsp:txBody>
      <dsp:txXfrm>
        <a:off x="30557" y="1166507"/>
        <a:ext cx="1614503" cy="980523"/>
      </dsp:txXfrm>
    </dsp:sp>
    <dsp:sp modelId="{E7E25D24-BD5F-4CEB-AA1A-124669EFE992}">
      <dsp:nvSpPr>
        <dsp:cNvPr id="0" name=""/>
        <dsp:cNvSpPr/>
      </dsp:nvSpPr>
      <dsp:spPr>
        <a:xfrm>
          <a:off x="52" y="2270922"/>
          <a:ext cx="1675513" cy="1041533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threePt" dir="t">
            <a:rot lat="0" lon="0" rev="7500000"/>
          </a:lightRig>
        </a:scene3d>
        <a:sp3d prstMaterial="plastic">
          <a:bevelT w="127000" h="25400" prst="relaxedInset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PT" sz="1800" kern="1200" dirty="0"/>
            <a:t>Região</a:t>
          </a:r>
        </a:p>
      </dsp:txBody>
      <dsp:txXfrm>
        <a:off x="30557" y="2301427"/>
        <a:ext cx="1614503" cy="980523"/>
      </dsp:txXfrm>
    </dsp:sp>
    <dsp:sp modelId="{E024EAB7-9239-474A-B7B0-9F30C7614465}">
      <dsp:nvSpPr>
        <dsp:cNvPr id="0" name=""/>
        <dsp:cNvSpPr/>
      </dsp:nvSpPr>
      <dsp:spPr>
        <a:xfrm>
          <a:off x="52" y="3405843"/>
          <a:ext cx="1675513" cy="1041533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threePt" dir="t">
            <a:rot lat="0" lon="0" rev="7500000"/>
          </a:lightRig>
        </a:scene3d>
        <a:sp3d prstMaterial="plastic">
          <a:bevelT w="127000" h="25400" prst="relaxedInset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PT" sz="1800" kern="1200" dirty="0"/>
            <a:t>Sub-Região</a:t>
          </a:r>
        </a:p>
      </dsp:txBody>
      <dsp:txXfrm>
        <a:off x="30557" y="3436348"/>
        <a:ext cx="1614503" cy="980523"/>
      </dsp:txXfrm>
    </dsp:sp>
    <dsp:sp modelId="{9263CEA0-EE4E-43E5-AC42-DC826E92B29A}">
      <dsp:nvSpPr>
        <dsp:cNvPr id="0" name=""/>
        <dsp:cNvSpPr/>
      </dsp:nvSpPr>
      <dsp:spPr>
        <a:xfrm>
          <a:off x="52" y="4540764"/>
          <a:ext cx="1675513" cy="1041533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threePt" dir="t">
            <a:rot lat="0" lon="0" rev="7500000"/>
          </a:lightRig>
        </a:scene3d>
        <a:sp3d prstMaterial="plastic">
          <a:bevelT w="127000" h="25400" prst="relaxedInset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PT" sz="1800" kern="1200" dirty="0"/>
            <a:t>Município</a:t>
          </a:r>
        </a:p>
      </dsp:txBody>
      <dsp:txXfrm>
        <a:off x="30557" y="4571269"/>
        <a:ext cx="1614503" cy="980523"/>
      </dsp:txXfrm>
    </dsp:sp>
    <dsp:sp modelId="{7A85D58A-A0B4-4E6D-A24D-91FE3C007E10}">
      <dsp:nvSpPr>
        <dsp:cNvPr id="0" name=""/>
        <dsp:cNvSpPr/>
      </dsp:nvSpPr>
      <dsp:spPr>
        <a:xfrm>
          <a:off x="52" y="5675685"/>
          <a:ext cx="1675513" cy="1041533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threePt" dir="t">
            <a:rot lat="0" lon="0" rev="7500000"/>
          </a:lightRig>
        </a:scene3d>
        <a:sp3d prstMaterial="plastic">
          <a:bevelT w="127000" h="25400" prst="relaxedInset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PT" sz="1800" kern="1200" dirty="0"/>
            <a:t>Freguesia</a:t>
          </a:r>
        </a:p>
      </dsp:txBody>
      <dsp:txXfrm>
        <a:off x="30557" y="5706190"/>
        <a:ext cx="1614503" cy="980523"/>
      </dsp:txXfrm>
    </dsp:sp>
    <dsp:sp modelId="{3163C9EE-FB2E-45B4-807A-220B3E597ABA}">
      <dsp:nvSpPr>
        <dsp:cNvPr id="0" name=""/>
        <dsp:cNvSpPr/>
      </dsp:nvSpPr>
      <dsp:spPr>
        <a:xfrm>
          <a:off x="1957051" y="1081"/>
          <a:ext cx="8799795" cy="1041533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threePt" dir="t">
            <a:rot lat="0" lon="0" rev="7500000"/>
          </a:lightRig>
        </a:scene3d>
        <a:sp3d prstMaterial="plastic">
          <a:bevelT w="127000" h="25400" prst="relaxedInset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PT" sz="1800" kern="1200" dirty="0"/>
            <a:t>Portugal</a:t>
          </a:r>
        </a:p>
      </dsp:txBody>
      <dsp:txXfrm>
        <a:off x="1987556" y="31586"/>
        <a:ext cx="8738785" cy="980523"/>
      </dsp:txXfrm>
    </dsp:sp>
    <dsp:sp modelId="{02A631A8-A0E5-43C2-A1B3-E61A5918EABD}">
      <dsp:nvSpPr>
        <dsp:cNvPr id="0" name=""/>
        <dsp:cNvSpPr/>
      </dsp:nvSpPr>
      <dsp:spPr>
        <a:xfrm>
          <a:off x="1957051" y="1136002"/>
          <a:ext cx="5167282" cy="1041533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threePt" dir="t">
            <a:rot lat="0" lon="0" rev="7500000"/>
          </a:lightRig>
        </a:scene3d>
        <a:sp3d prstMaterial="plastic">
          <a:bevelT w="127000" h="25400" prst="relaxedInset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PT" sz="1800" kern="1200" dirty="0"/>
            <a:t>Portugal Continental</a:t>
          </a:r>
        </a:p>
      </dsp:txBody>
      <dsp:txXfrm>
        <a:off x="1987556" y="1166507"/>
        <a:ext cx="5106272" cy="980523"/>
      </dsp:txXfrm>
    </dsp:sp>
    <dsp:sp modelId="{34560FA7-075A-4655-88F0-EAEA7647884A}">
      <dsp:nvSpPr>
        <dsp:cNvPr id="0" name=""/>
        <dsp:cNvSpPr/>
      </dsp:nvSpPr>
      <dsp:spPr>
        <a:xfrm>
          <a:off x="1957051" y="2270922"/>
          <a:ext cx="1675513" cy="1041533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threePt" dir="t">
            <a:rot lat="0" lon="0" rev="7500000"/>
          </a:lightRig>
        </a:scene3d>
        <a:sp3d prstMaterial="plastic">
          <a:bevelT w="127000" h="25400" prst="relaxedInset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PT" sz="1800" kern="1200" dirty="0"/>
            <a:t>Oeste e Vale do Tejo</a:t>
          </a:r>
        </a:p>
      </dsp:txBody>
      <dsp:txXfrm>
        <a:off x="1987556" y="2301427"/>
        <a:ext cx="1614503" cy="980523"/>
      </dsp:txXfrm>
    </dsp:sp>
    <dsp:sp modelId="{FD5FA520-0A4B-445F-9E64-75EF7FF2948A}">
      <dsp:nvSpPr>
        <dsp:cNvPr id="0" name=""/>
        <dsp:cNvSpPr/>
      </dsp:nvSpPr>
      <dsp:spPr>
        <a:xfrm>
          <a:off x="1957051" y="3405843"/>
          <a:ext cx="1675513" cy="1041533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threePt" dir="t">
            <a:rot lat="0" lon="0" rev="7500000"/>
          </a:lightRig>
        </a:scene3d>
        <a:sp3d prstMaterial="plastic">
          <a:bevelT w="127000" h="25400" prst="relaxedInset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PT" sz="1800" kern="1200" dirty="0"/>
            <a:t>Lezíria do Tejo</a:t>
          </a:r>
        </a:p>
      </dsp:txBody>
      <dsp:txXfrm>
        <a:off x="1987556" y="3436348"/>
        <a:ext cx="1614503" cy="980523"/>
      </dsp:txXfrm>
    </dsp:sp>
    <dsp:sp modelId="{A8B71DF0-3157-4934-95B7-DF8B82E4D659}">
      <dsp:nvSpPr>
        <dsp:cNvPr id="0" name=""/>
        <dsp:cNvSpPr/>
      </dsp:nvSpPr>
      <dsp:spPr>
        <a:xfrm>
          <a:off x="1957051" y="4540764"/>
          <a:ext cx="1675513" cy="1041533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threePt" dir="t">
            <a:rot lat="0" lon="0" rev="7500000"/>
          </a:lightRig>
        </a:scene3d>
        <a:sp3d prstMaterial="plastic">
          <a:bevelT w="127000" h="25400" prst="relaxedInset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PT" sz="1800" b="0" i="0" kern="1200" dirty="0"/>
            <a:t>Almeirim</a:t>
          </a:r>
          <a:endParaRPr lang="pt-PT" sz="1800" b="0" kern="1200" dirty="0"/>
        </a:p>
      </dsp:txBody>
      <dsp:txXfrm>
        <a:off x="1987556" y="4571269"/>
        <a:ext cx="1614503" cy="980523"/>
      </dsp:txXfrm>
    </dsp:sp>
    <dsp:sp modelId="{8B5E18E8-E5C8-4E77-8DE5-939B4016EB9E}">
      <dsp:nvSpPr>
        <dsp:cNvPr id="0" name=""/>
        <dsp:cNvSpPr/>
      </dsp:nvSpPr>
      <dsp:spPr>
        <a:xfrm>
          <a:off x="1957051" y="5675685"/>
          <a:ext cx="1675513" cy="1041533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threePt" dir="t">
            <a:rot lat="0" lon="0" rev="7500000"/>
          </a:lightRig>
        </a:scene3d>
        <a:sp3d prstMaterial="plastic">
          <a:bevelT w="127000" h="25400" prst="relaxedInset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PT" sz="1800" b="0" i="0" kern="1200" dirty="0"/>
            <a:t>Fazendas de Almeirim</a:t>
          </a:r>
          <a:endParaRPr lang="pt-PT" sz="1800" kern="1200" dirty="0"/>
        </a:p>
      </dsp:txBody>
      <dsp:txXfrm>
        <a:off x="1987556" y="5706190"/>
        <a:ext cx="1614503" cy="980523"/>
      </dsp:txXfrm>
    </dsp:sp>
    <dsp:sp modelId="{370F6B30-D089-4146-89BF-8A40E61313A2}">
      <dsp:nvSpPr>
        <dsp:cNvPr id="0" name=""/>
        <dsp:cNvSpPr/>
      </dsp:nvSpPr>
      <dsp:spPr>
        <a:xfrm>
          <a:off x="3702936" y="2270922"/>
          <a:ext cx="1675513" cy="1041533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threePt" dir="t">
            <a:rot lat="0" lon="0" rev="7500000"/>
          </a:lightRig>
        </a:scene3d>
        <a:sp3d prstMaterial="plastic">
          <a:bevelT w="127000" h="25400" prst="relaxedInset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PT" sz="1800" kern="1200" dirty="0"/>
            <a:t>Grande Lisboa</a:t>
          </a:r>
        </a:p>
      </dsp:txBody>
      <dsp:txXfrm>
        <a:off x="3733441" y="2301427"/>
        <a:ext cx="1614503" cy="980523"/>
      </dsp:txXfrm>
    </dsp:sp>
    <dsp:sp modelId="{E620ED97-06E6-46B4-AF10-EA62BF6E5F4A}">
      <dsp:nvSpPr>
        <dsp:cNvPr id="0" name=""/>
        <dsp:cNvSpPr/>
      </dsp:nvSpPr>
      <dsp:spPr>
        <a:xfrm>
          <a:off x="3702936" y="3405843"/>
          <a:ext cx="1675513" cy="1041533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threePt" dir="t">
            <a:rot lat="0" lon="0" rev="7500000"/>
          </a:lightRig>
        </a:scene3d>
        <a:sp3d prstMaterial="plastic">
          <a:bevelT w="127000" h="25400" prst="relaxedInset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PT" sz="1800" kern="1200" dirty="0"/>
            <a:t>…</a:t>
          </a:r>
        </a:p>
      </dsp:txBody>
      <dsp:txXfrm>
        <a:off x="3733441" y="3436348"/>
        <a:ext cx="1614503" cy="980523"/>
      </dsp:txXfrm>
    </dsp:sp>
    <dsp:sp modelId="{C2F74157-58D9-48B8-9E18-1B29ADBFDFCE}">
      <dsp:nvSpPr>
        <dsp:cNvPr id="0" name=""/>
        <dsp:cNvSpPr/>
      </dsp:nvSpPr>
      <dsp:spPr>
        <a:xfrm>
          <a:off x="5448821" y="2270922"/>
          <a:ext cx="1675513" cy="1041533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threePt" dir="t">
            <a:rot lat="0" lon="0" rev="7500000"/>
          </a:lightRig>
        </a:scene3d>
        <a:sp3d prstMaterial="plastic">
          <a:bevelT w="127000" h="25400" prst="relaxedInset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PT" sz="1800" kern="1200" dirty="0"/>
            <a:t>…</a:t>
          </a:r>
        </a:p>
      </dsp:txBody>
      <dsp:txXfrm>
        <a:off x="5479326" y="2301427"/>
        <a:ext cx="1614503" cy="980523"/>
      </dsp:txXfrm>
    </dsp:sp>
    <dsp:sp modelId="{91F04C56-C7B6-4F67-A25D-895EB374B04E}">
      <dsp:nvSpPr>
        <dsp:cNvPr id="0" name=""/>
        <dsp:cNvSpPr/>
      </dsp:nvSpPr>
      <dsp:spPr>
        <a:xfrm>
          <a:off x="7265077" y="1136002"/>
          <a:ext cx="1675513" cy="1041533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threePt" dir="t">
            <a:rot lat="0" lon="0" rev="7500000"/>
          </a:lightRig>
        </a:scene3d>
        <a:sp3d prstMaterial="plastic">
          <a:bevelT w="127000" h="25400" prst="relaxedInset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PT" sz="1800" kern="1200" dirty="0"/>
            <a:t>Região Autónoma da Madeira</a:t>
          </a:r>
        </a:p>
      </dsp:txBody>
      <dsp:txXfrm>
        <a:off x="7295582" y="1166507"/>
        <a:ext cx="1614503" cy="980523"/>
      </dsp:txXfrm>
    </dsp:sp>
    <dsp:sp modelId="{07310538-3086-4136-8B1D-D110088E75A2}">
      <dsp:nvSpPr>
        <dsp:cNvPr id="0" name=""/>
        <dsp:cNvSpPr/>
      </dsp:nvSpPr>
      <dsp:spPr>
        <a:xfrm>
          <a:off x="7265077" y="2270922"/>
          <a:ext cx="1675513" cy="1041533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threePt" dir="t">
            <a:rot lat="0" lon="0" rev="7500000"/>
          </a:lightRig>
        </a:scene3d>
        <a:sp3d prstMaterial="plastic">
          <a:bevelT w="127000" h="25400" prst="relaxedInset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PT" sz="1800" kern="1200" dirty="0"/>
            <a:t>…</a:t>
          </a:r>
        </a:p>
      </dsp:txBody>
      <dsp:txXfrm>
        <a:off x="7295582" y="2301427"/>
        <a:ext cx="1614503" cy="980523"/>
      </dsp:txXfrm>
    </dsp:sp>
    <dsp:sp modelId="{27C213B9-0192-4165-B7B5-7CBE6D3D0A77}">
      <dsp:nvSpPr>
        <dsp:cNvPr id="0" name=""/>
        <dsp:cNvSpPr/>
      </dsp:nvSpPr>
      <dsp:spPr>
        <a:xfrm>
          <a:off x="9081334" y="1136002"/>
          <a:ext cx="1675513" cy="1041533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threePt" dir="t">
            <a:rot lat="0" lon="0" rev="7500000"/>
          </a:lightRig>
        </a:scene3d>
        <a:sp3d prstMaterial="plastic">
          <a:bevelT w="127000" h="25400" prst="relaxedInset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PT" sz="1800" kern="1200" dirty="0"/>
            <a:t>Região Autónoma dos Açores</a:t>
          </a:r>
        </a:p>
      </dsp:txBody>
      <dsp:txXfrm>
        <a:off x="9111839" y="1166507"/>
        <a:ext cx="1614503" cy="980523"/>
      </dsp:txXfrm>
    </dsp:sp>
    <dsp:sp modelId="{9E329916-A165-48D7-A8F1-037F67F8853F}">
      <dsp:nvSpPr>
        <dsp:cNvPr id="0" name=""/>
        <dsp:cNvSpPr/>
      </dsp:nvSpPr>
      <dsp:spPr>
        <a:xfrm>
          <a:off x="9081334" y="2270922"/>
          <a:ext cx="1675513" cy="1041533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threePt" dir="t">
            <a:rot lat="0" lon="0" rev="7500000"/>
          </a:lightRig>
        </a:scene3d>
        <a:sp3d prstMaterial="plastic">
          <a:bevelT w="127000" h="25400" prst="relaxedInset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PT" sz="1800" kern="1200" dirty="0"/>
            <a:t>…</a:t>
          </a:r>
        </a:p>
      </dsp:txBody>
      <dsp:txXfrm>
        <a:off x="9111839" y="2301427"/>
        <a:ext cx="1614503" cy="980523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hierarchy4">
  <dgm:title val=""/>
  <dgm:desc val=""/>
  <dgm:catLst>
    <dgm:cat type="hierarchy" pri="4000"/>
    <dgm:cat type="list" pri="24000"/>
    <dgm:cat type="relationship" pri="10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Name0">
    <dgm:varLst>
      <dgm:chPref val="1"/>
      <dgm:dir/>
      <dgm:animOne val="branch"/>
      <dgm:animLvl val="lvl"/>
      <dgm:resizeHandles/>
    </dgm:varLst>
    <dgm:choose name="Name1">
      <dgm:if name="Name2" func="var" arg="dir" op="equ" val="norm">
        <dgm:alg type="lin">
          <dgm:param type="linDir" val="fromL"/>
          <dgm:param type="nodeVertAlign" val="t"/>
        </dgm:alg>
      </dgm:if>
      <dgm:else name="Name3">
        <dgm:alg type="lin">
          <dgm:param type="linDir" val="fromR"/>
          <dgm:param type="nodeVertAlign" val="t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vertOne" refType="w"/>
      <dgm:constr type="w" for="des" forName="horzOne" refType="w"/>
      <dgm:constr type="w" for="des" forName="txOne" refType="w"/>
      <dgm:constr type="w" for="des" forName="vertTwo" refType="w"/>
      <dgm:constr type="w" for="des" forName="horzTwo" refType="w"/>
      <dgm:constr type="w" for="des" forName="txTwo" refType="w"/>
      <dgm:constr type="w" for="des" forName="vertThree" refType="w"/>
      <dgm:constr type="w" for="des" forName="horzThree" refType="w"/>
      <dgm:constr type="w" for="des" forName="txThree" refType="w"/>
      <dgm:constr type="w" for="des" forName="vertFour" refType="w"/>
      <dgm:constr type="w" for="des" forName="horzFour" refType="w"/>
      <dgm:constr type="w" for="des" forName="txFour" refType="w"/>
      <dgm:constr type="h" for="des" ptType="node" op="equ"/>
      <dgm:constr type="h" for="des" forName="txOne" refType="h"/>
      <dgm:constr type="userH" for="des" ptType="node" refType="h" refFor="des" refForName="txOne"/>
      <dgm:constr type="primFontSz" for="des" forName="txOne" val="65"/>
      <dgm:constr type="primFontSz" for="des" forName="txTwo" val="65"/>
      <dgm:constr type="primFontSz" for="des" forName="txTwo" refType="primFontSz" refFor="des" refForName="txOne" op="lte"/>
      <dgm:constr type="primFontSz" for="des" forName="txThree" val="65"/>
      <dgm:constr type="primFontSz" for="des" forName="txThree" refType="primFontSz" refFor="des" refForName="txOne" op="lte"/>
      <dgm:constr type="primFontSz" for="des" forName="txThree" refType="primFontSz" refFor="des" refForName="txTwo" op="lte"/>
      <dgm:constr type="primFontSz" for="des" forName="txFour" val="65"/>
      <dgm:constr type="primFontSz" for="des" forName="txFour" refType="primFontSz" refFor="des" refForName="txOne" op="lte"/>
      <dgm:constr type="primFontSz" for="des" forName="txFour" refType="primFontSz" refFor="des" refForName="txTwo" op="lte"/>
      <dgm:constr type="primFontSz" for="des" forName="txFour" refType="primFontSz" refFor="des" refForName="txThree" op="lte"/>
      <dgm:constr type="w" for="des" forName="sibSpaceOne" refType="w" fact="0.168"/>
      <dgm:constr type="w" for="des" forName="sibSpaceTwo" refType="w" refFor="des" refForName="sibSpaceOne" op="equ" fact="0.5"/>
      <dgm:constr type="w" for="des" forName="sibSpaceThree" refType="w" refFor="des" refForName="sibSpaceTwo" op="equ" fact="0.5"/>
      <dgm:constr type="w" for="des" forName="sibSpaceFour" refType="w" refFor="des" refForName="sibSpaceThree" op="equ" fact="0.5"/>
      <dgm:constr type="h" for="des" forName="parTransOne" refType="w" fact="0.056"/>
      <dgm:constr type="h" for="des" forName="parTransTwo" refType="h" refFor="des" refForName="parTransOne" op="equ"/>
      <dgm:constr type="h" for="des" forName="parTransThree" refType="h" refFor="des" refForName="parTransTwo" op="equ"/>
      <dgm:constr type="h" for="des" forName="parTransFour" refType="h" refFor="des" refForName="parTransThree" op="equ"/>
    </dgm:constrLst>
    <dgm:ruleLst/>
    <dgm:forEach name="Name4" axis="ch" ptType="node">
      <dgm:layoutNode name="vertOne">
        <dgm:alg type="lin">
          <dgm:param type="linDir" val="fromT"/>
        </dgm:alg>
        <dgm:shape xmlns:r="http://schemas.openxmlformats.org/officeDocument/2006/relationships" r:blip="">
          <dgm:adjLst/>
        </dgm:shape>
        <dgm:presOf/>
        <dgm:constrLst>
          <dgm:constr type="w" for="ch" forName="txOne" refType="w" refFor="ch" refForName="horzOne" op="gte"/>
        </dgm:constrLst>
        <dgm:ruleLst/>
        <dgm:layoutNode name="txOne" styleLbl="node0">
          <dgm:varLst>
            <dgm:chPref val="3"/>
          </dgm:varLst>
          <dgm:alg type="tx"/>
          <dgm:shape xmlns:r="http://schemas.openxmlformats.org/officeDocument/2006/relationships" type="roundRect" r:blip="">
            <dgm:adjLst>
              <dgm:adj idx="1" val="0.1"/>
            </dgm:adjLst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choose name="Name5">
          <dgm:if name="Name6" axis="des" ptType="node" func="cnt" op="gt" val="0">
            <dgm:layoutNode name="parTransOn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if>
          <dgm:else name="Name7"/>
        </dgm:choose>
        <dgm:layoutNode name="horzOne">
          <dgm:choose name="Name8">
            <dgm:if name="Name9" func="var" arg="dir" op="equ" val="norm">
              <dgm:alg type="lin">
                <dgm:param type="linDir" val="fromL"/>
                <dgm:param type="nodeVertAlign" val="t"/>
              </dgm:alg>
            </dgm:if>
            <dgm:else name="Name10">
              <dgm:alg type="lin">
                <dgm:param type="linDir" val="fromR"/>
                <dgm:param type="nodeVertAlign" val="t"/>
              </dgm:alg>
            </dgm:else>
          </dgm:choose>
          <dgm:shape xmlns:r="http://schemas.openxmlformats.org/officeDocument/2006/relationships" r:blip="">
            <dgm:adjLst/>
          </dgm:shape>
          <dgm:presOf/>
          <dgm:constrLst/>
          <dgm:ruleLst>
            <dgm:rule type="w" val="INF" fact="NaN" max="NaN"/>
          </dgm:ruleLst>
          <dgm:forEach name="Name11" axis="ch" ptType="node">
            <dgm:layoutNode name="vertTwo">
              <dgm:alg type="lin">
                <dgm:param type="linDir" val="fromT"/>
              </dgm:alg>
              <dgm:shape xmlns:r="http://schemas.openxmlformats.org/officeDocument/2006/relationships" r:blip="">
                <dgm:adjLst/>
              </dgm:shape>
              <dgm:presOf/>
              <dgm:constrLst>
                <dgm:constr type="w" for="ch" forName="txTwo" refType="w" refFor="ch" refForName="horzTwo" op="gte"/>
              </dgm:constrLst>
              <dgm:ruleLst/>
              <dgm:layoutNode name="txTwo">
                <dgm:varLst>
                  <dgm:chPref val="3"/>
                </dgm:varLst>
                <dgm:alg type="tx"/>
                <dgm:shape xmlns:r="http://schemas.openxmlformats.org/officeDocument/2006/relationships" type="roundRect" r:blip="">
                  <dgm:adjLst>
                    <dgm:adj idx="1" val="0.1"/>
                  </dgm:adjLst>
                </dgm:shape>
                <dgm:presOf axis="self"/>
                <dgm:constrLst>
                  <dgm:constr type="userH"/>
                  <dgm:constr type="h" refType="userH"/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choose name="Name12">
                <dgm:if name="Name13" axis="des" ptType="node" func="cnt" op="gt" val="0">
                  <dgm:layoutNode name="parTransTwo">
                    <dgm:alg type="sp"/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</dgm:layoutNode>
                </dgm:if>
                <dgm:else name="Name14"/>
              </dgm:choose>
              <dgm:layoutNode name="horzTwo">
                <dgm:choose name="Name15">
                  <dgm:if name="Name16" func="var" arg="dir" op="equ" val="norm">
                    <dgm:alg type="lin">
                      <dgm:param type="linDir" val="fromL"/>
                      <dgm:param type="nodeVertAlign" val="t"/>
                    </dgm:alg>
                  </dgm:if>
                  <dgm:else name="Name17">
                    <dgm:alg type="lin">
                      <dgm:param type="linDir" val="fromR"/>
                      <dgm:param type="nodeVertAlign" val="t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/>
                <dgm:ruleLst>
                  <dgm:rule type="w" val="INF" fact="NaN" max="NaN"/>
                </dgm:ruleLst>
                <dgm:forEach name="Name18" axis="ch" ptType="node">
                  <dgm:layoutNode name="vertThree">
                    <dgm:alg type="lin">
                      <dgm:param type="linDir" val="fromT"/>
                    </dgm:alg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w" for="ch" forName="txThree" refType="w" refFor="ch" refForName="horzThree" op="gte"/>
                    </dgm:constrLst>
                    <dgm:ruleLst/>
                    <dgm:layoutNode name="txThree">
                      <dgm:varLst>
                        <dgm:chPref val="3"/>
                      </dgm:varLst>
                      <dgm:alg type="tx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self"/>
                      <dgm:constrLst>
                        <dgm:constr type="userH"/>
                        <dgm:constr type="h" refType="userH"/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choose name="Name19">
                      <dgm:if name="Name20" axis="des" ptType="node" func="cnt" op="gt" val="0">
                        <dgm:layoutNode name="parTransThree">
                          <dgm:alg type="sp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/>
                          <dgm:ruleLst/>
                        </dgm:layoutNode>
                      </dgm:if>
                      <dgm:else name="Name21"/>
                    </dgm:choose>
                    <dgm:layoutNode name="horzThree">
                      <dgm:choose name="Name22">
                        <dgm:if name="Name23" func="var" arg="dir" op="equ" val="norm">
                          <dgm:alg type="lin">
                            <dgm:param type="linDir" val="fromL"/>
                            <dgm:param type="nodeVertAlign" val="t"/>
                          </dgm:alg>
                        </dgm:if>
                        <dgm:else name="Name24">
                          <dgm:alg type="lin">
                            <dgm:param type="linDir" val="fromR"/>
                            <dgm:param type="nodeVertAlign" val="t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constrLst/>
                      <dgm:ruleLst>
                        <dgm:rule type="w" val="INF" fact="NaN" max="NaN"/>
                      </dgm:ruleLst>
                      <dgm:forEach name="repeat" axis="ch" ptType="node">
                        <dgm:layoutNode name="vertFour">
                          <dgm:varLst>
                            <dgm:chPref val="3"/>
                          </dgm:varLst>
                          <dgm:alg type="lin">
                            <dgm:param type="linDir" val="fromT"/>
                          </dgm:alg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>
                            <dgm:constr type="w" for="ch" forName="txFour" refType="w" refFor="ch" refForName="horzFour" op="gte"/>
                          </dgm:constrLst>
                          <dgm:ruleLst/>
                          <dgm:layoutNode name="txFour">
                            <dgm:varLst>
                              <dgm:chPref val="3"/>
                            </dgm:varLst>
                            <dgm:alg type="tx"/>
                            <dgm:shape xmlns:r="http://schemas.openxmlformats.org/officeDocument/2006/relationships" type="roundRect" r:blip="">
                              <dgm:adjLst>
                                <dgm:adj idx="1" val="0.1"/>
                              </dgm:adjLst>
                            </dgm:shape>
                            <dgm:presOf axis="self"/>
                            <dgm:constrLst>
                              <dgm:constr type="userH"/>
                              <dgm:constr type="h" refType="userH"/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  <dgm:choose name="Name25">
                            <dgm:if name="Name26" axis="des" ptType="node" func="cnt" op="gt" val="0">
                              <dgm:layoutNode name="parTransFour">
                                <dgm:alg type="sp"/>
                                <dgm:shape xmlns:r="http://schemas.openxmlformats.org/officeDocument/2006/relationships" r:blip="">
                                  <dgm:adjLst/>
                                </dgm:shape>
                                <dgm:presOf/>
                                <dgm:constrLst/>
                                <dgm:ruleLst/>
                              </dgm:layoutNode>
                            </dgm:if>
                            <dgm:else name="Name27"/>
                          </dgm:choose>
                          <dgm:layoutNode name="horzFour">
                            <dgm:choose name="Name28">
                              <dgm:if name="Name29" func="var" arg="dir" op="equ" val="norm">
                                <dgm:alg type="lin">
                                  <dgm:param type="linDir" val="fromL"/>
                                  <dgm:param type="nodeVertAlign" val="t"/>
                                </dgm:alg>
                              </dgm:if>
                              <dgm:else name="Name30">
                                <dgm:alg type="lin">
                                  <dgm:param type="linDir" val="fromR"/>
                                  <dgm:param type="nodeVertAlign" val="t"/>
                                </dgm:alg>
                              </dgm:else>
                            </dgm:choose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/>
                            <dgm:ruleLst>
                              <dgm:rule type="w" val="INF" fact="NaN" max="NaN"/>
                            </dgm:ruleLst>
                            <dgm:forEach name="Name31" ref="repeat"/>
                          </dgm:layoutNode>
                        </dgm:layoutNode>
                        <dgm:choose name="Name32">
                          <dgm:if name="Name33" axis="self" ptType="node" func="revPos" op="gte" val="2">
                            <dgm:forEach name="Name34" axis="followSib" ptType="sibTrans" cnt="1">
                              <dgm:layoutNode name="sibSpaceFour">
                                <dgm:alg type="sp"/>
                                <dgm:shape xmlns:r="http://schemas.openxmlformats.org/officeDocument/2006/relationships" r:blip="">
                                  <dgm:adjLst/>
                                </dgm:shape>
                                <dgm:presOf/>
                                <dgm:constrLst/>
                                <dgm:ruleLst/>
                              </dgm:layoutNode>
                            </dgm:forEach>
                          </dgm:if>
                          <dgm:else name="Name35"/>
                        </dgm:choose>
                      </dgm:forEach>
                    </dgm:layoutNode>
                  </dgm:layoutNode>
                  <dgm:choose name="Name36">
                    <dgm:if name="Name37" axis="self" ptType="node" func="revPos" op="gte" val="2">
                      <dgm:forEach name="Name38" axis="followSib" ptType="sibTrans" cnt="1">
                        <dgm:layoutNode name="sibSpaceThree">
                          <dgm:alg type="sp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/>
                          <dgm:ruleLst/>
                        </dgm:layoutNode>
                      </dgm:forEach>
                    </dgm:if>
                    <dgm:else name="Name39"/>
                  </dgm:choose>
                </dgm:forEach>
              </dgm:layoutNode>
            </dgm:layoutNode>
            <dgm:choose name="Name40">
              <dgm:if name="Name41" axis="self" ptType="node" func="revPos" op="gte" val="2">
                <dgm:forEach name="Name42" axis="followSib" ptType="sibTrans" cnt="1">
                  <dgm:layoutNode name="sibSpaceTwo">
                    <dgm:alg type="sp"/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</dgm:layoutNode>
                </dgm:forEach>
              </dgm:if>
              <dgm:else name="Name43"/>
            </dgm:choose>
          </dgm:forEach>
        </dgm:layoutNode>
      </dgm:layoutNode>
      <dgm:choose name="Name44">
        <dgm:if name="Name45" axis="self" ptType="node" func="revPos" op="gte" val="2">
          <dgm:forEach name="Name46" axis="followSib" ptType="sibTrans" cnt="1">
            <dgm:layoutNode name="sibSpaceOn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if>
        <dgm:else name="Name47"/>
      </dgm:choos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3d2">
  <dgm:title val=""/>
  <dgm:desc val=""/>
  <dgm:catLst>
    <dgm:cat type="3D" pri="11200"/>
  </dgm:catLst>
  <dgm:scene3d>
    <a:camera prst="orthographicFront"/>
    <a:lightRig rig="threePt" dir="t"/>
  </dgm:scene3d>
  <dgm:styleLbl name="node0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tx1"/>
      </a:fontRef>
    </dgm:style>
  </dgm:styleLbl>
  <dgm:styleLbl name="alingNode1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>
        <a:rot lat="0" lon="0" rev="7500000"/>
      </a:lightRig>
    </dgm:scene3d>
    <dgm:sp3d z="152400" extrusionH="63500" prstMaterial="matte">
      <a:bevelT w="50800" h="190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>
        <a:rot lat="0" lon="0" rev="7500000"/>
      </a:lightRig>
    </dgm:scene3d>
    <dgm:sp3d z="254000" extrusionH="63500" contourW="12700" prstMaterial="matte">
      <a:contourClr>
        <a:schemeClr val="lt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>
        <a:rot lat="0" lon="0" rev="7500000"/>
      </a:lightRig>
    </dgm:scene3d>
    <dgm:sp3d z="-152400" extrusionH="63500" contourW="12700" prstMaterial="matte">
      <a:contourClr>
        <a:schemeClr val="lt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>
        <a:rot lat="0" lon="0" rev="7500000"/>
      </a:lightRig>
    </dgm:scene3d>
    <dgm:sp3d z="-70000" extrusionH="63500" prstMaterial="matte">
      <a:bevelT w="25400" h="63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>
        <a:rot lat="0" lon="0" rev="7500000"/>
      </a:lightRig>
    </dgm:scene3d>
    <dgm:sp3d z="152400" extrusionH="63500" prstMaterial="matte">
      <a:bevelT w="25400" h="63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>
        <a:rot lat="0" lon="0" rev="7500000"/>
      </a:lightRig>
    </dgm:scene3d>
    <dgm:sp3d z="-152400" extrusionH="63500" prstMaterial="matte">
      <a:bevelT w="25400" h="63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>
        <a:rot lat="0" lon="0" rev="7500000"/>
      </a:lightRig>
    </dgm:scene3d>
    <dgm:sp3d z="-40000" prstMaterial="matte"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>
        <a:rot lat="0" lon="0" rev="7500000"/>
      </a:lightRig>
    </dgm:scene3d>
    <dgm:sp3d z="127000" prstMaterial="matte"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>
        <a:rot lat="0" lon="0" rev="7500000"/>
      </a:lightRig>
    </dgm:scene3d>
    <dgm:sp3d extrusionH="63500" prstMaterial="matte">
      <a:bevelT w="50800" h="190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>
        <a:rot lat="0" lon="0" rev="7500000"/>
      </a:lightRig>
    </dgm:scene3d>
    <dgm:sp3d extrusionH="63500" prstMaterial="matte">
      <a:bevelT w="50800" h="190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>
        <a:rot lat="0" lon="0" rev="7500000"/>
      </a:lightRig>
    </dgm:scene3d>
    <dgm:sp3d z="60000" prstMaterial="flat">
      <a:bevelT w="120900" h="88900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>
        <a:rot lat="0" lon="0" rev="7500000"/>
      </a:lightRig>
    </dgm:scene3d>
    <dgm:sp3d z="60000" prstMaterial="flat">
      <a:bevelT w="120900" h="88900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>
        <a:rot lat="0" lon="0" rev="7500000"/>
      </a:lightRig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>
        <a:rot lat="0" lon="0" rev="7500000"/>
      </a:lightRig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>
        <a:rot lat="0" lon="0" rev="7500000"/>
      </a:lightRig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>
        <a:rot lat="0" lon="0" rev="7500000"/>
      </a:lightRig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>
        <a:rot lat="0" lon="0" rev="7500000"/>
      </a:lightRig>
    </dgm:scene3d>
    <dgm:sp3d z="152400" extrusionH="63500" prstMaterial="dkEdge">
      <a:bevelT w="135400" h="1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threePt" dir="t">
        <a:rot lat="0" lon="0" rev="7500000"/>
      </a:lightRig>
    </dgm:scene3d>
    <dgm:sp3d z="152400" extrusionH="63500" prstMaterial="dkEdge">
      <a:bevelT w="135400" h="1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threePt" dir="t">
        <a:rot lat="0" lon="0" rev="7500000"/>
      </a:lightRig>
    </dgm:scene3d>
    <dgm:sp3d extrusionH="190500" prstMaterial="dkEdge">
      <a:bevelT w="135400" h="1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threePt" dir="t">
        <a:rot lat="0" lon="0" rev="7500000"/>
      </a:lightRig>
    </dgm:scene3d>
    <dgm:sp3d prstMaterial="plastic">
      <a:bevelT w="127000" h="354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Acc1">
    <dgm:scene3d>
      <a:camera prst="orthographicFront"/>
      <a:lightRig rig="threePt" dir="t">
        <a:rot lat="0" lon="0" rev="7500000"/>
      </a:lightRig>
    </dgm:scene3d>
    <dgm:sp3d z="-152400" extrusionH="63500" prstMaterial="dkEdge">
      <a:bevelT w="124450" h="1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>
        <a:rot lat="0" lon="0" rev="7500000"/>
      </a:lightRig>
    </dgm:scene3d>
    <dgm:sp3d z="152400" extrusionH="63500" prstMaterial="dkEdge">
      <a:bevelT w="120800" h="190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threePt" dir="t">
        <a:rot lat="0" lon="0" rev="7500000"/>
      </a:lightRig>
    </dgm:scene3d>
    <dgm:sp3d extrusionH="190500" prstMaterial="dkEdge">
      <a:bevelT w="120650" h="3810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BgAcc1">
    <dgm:scene3d>
      <a:camera prst="orthographicFront"/>
      <a:lightRig rig="threePt" dir="t">
        <a:rot lat="0" lon="0" rev="7500000"/>
      </a:lightRig>
    </dgm:scene3d>
    <dgm:sp3d z="-152400" extrusionH="63500" prstMaterial="dkEdge">
      <a:bevelT w="14445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>
        <a:rot lat="0" lon="0" rev="7500000"/>
      </a:lightRig>
    </dgm:scene3d>
    <dgm:sp3d z="152400" extrusionH="63500" prstMaterial="dkEdge">
      <a:bevelT w="12540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>
        <a:rot lat="0" lon="0" rev="7500000"/>
      </a:lightRig>
    </dgm:scene3d>
    <dgm:sp3d extrusionH="190500" prstMaterial="dkEdge">
      <a:bevelT w="120650" h="38100" prst="relaxedInset"/>
      <a:bevelB w="120650" h="571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threePt" dir="t">
        <a:rot lat="0" lon="0" rev="7500000"/>
      </a:lightRig>
    </dgm:scene3d>
    <dgm:sp3d z="-152400" extrusionH="63500" prstMaterial="dkEdge">
      <a:bevelT w="14445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threePt" dir="t">
        <a:rot lat="0" lon="0" rev="7500000"/>
      </a:lightRig>
    </dgm:scene3d>
    <dgm:sp3d z="152400" extrusionH="63500" prstMaterial="dkEdge">
      <a:bevelT w="12540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threePt" dir="t">
        <a:rot lat="0" lon="0" rev="7500000"/>
      </a:lightRig>
    </dgm:scene3d>
    <dgm:sp3d z="152400" extrusionH="63500" prstMaterial="dkEdge">
      <a:bevelT w="12540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threePt" dir="t">
        <a:rot lat="0" lon="0" rev="7500000"/>
      </a:lightRig>
    </dgm:scene3d>
    <dgm:sp3d z="152400" extrusionH="63500" prstMaterial="dkEdge">
      <a:bevelT w="12540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threePt" dir="t">
        <a:rot lat="0" lon="0" rev="7500000"/>
      </a:lightRig>
    </dgm:scene3d>
    <dgm:sp3d z="152400" extrusionH="63500" prstMaterial="dkEdge">
      <a:bevelT w="12540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threePt" dir="t">
        <a:rot lat="0" lon="0" rev="7500000"/>
      </a:lightRig>
    </dgm:scene3d>
    <dgm:sp3d z="-152400" extrusionH="63500" prstMaterial="matte">
      <a:bevelT w="144450" h="6350" prst="relaxedInset"/>
      <a:contourClr>
        <a:schemeClr val="bg1"/>
      </a:contourClr>
    </dgm:sp3d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  <a:bevelB w="88900" h="121750" prst="angle"/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trBgShp">
    <dgm:scene3d>
      <a:camera prst="orthographicFront"/>
      <a:lightRig rig="threePt" dir="t"/>
    </dgm:scene3d>
    <dgm:sp3d z="-152400" prstMaterial="matte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>
        <a:rot lat="0" lon="0" rev="7500000"/>
      </a:lightRig>
    </dgm:scene3d>
    <dgm:sp3d z="152400" extrusionH="63500" prstMaterial="matte">
      <a:bevelT w="50800" h="190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Posição do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PT"/>
          </a:p>
        </p:txBody>
      </p:sp>
      <p:sp>
        <p:nvSpPr>
          <p:cNvPr id="3" name="Marcador de Posição d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8D22204-511D-42DB-B769-E600439F120D}" type="datetimeFigureOut">
              <a:rPr lang="pt-PT" smtClean="0"/>
              <a:t>07/07/2025</a:t>
            </a:fld>
            <a:endParaRPr lang="pt-PT"/>
          </a:p>
        </p:txBody>
      </p:sp>
      <p:sp>
        <p:nvSpPr>
          <p:cNvPr id="4" name="Marcador de Posição da Imagem do Diapositivo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PT"/>
          </a:p>
        </p:txBody>
      </p:sp>
      <p:sp>
        <p:nvSpPr>
          <p:cNvPr id="5" name="Marcador de Posição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</a:p>
        </p:txBody>
      </p:sp>
      <p:sp>
        <p:nvSpPr>
          <p:cNvPr id="6" name="Marcador de Posição do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PT"/>
          </a:p>
        </p:txBody>
      </p:sp>
      <p:sp>
        <p:nvSpPr>
          <p:cNvPr id="7" name="Marcador de Posição do Número do Diapositivo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ABF9CC0-989A-4F43-8280-58B218C542C2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49075681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1221913" rtl="0" eaLnBrk="1" latinLnBrk="0" hangingPunct="1">
      <a:defRPr sz="1604" kern="1200">
        <a:solidFill>
          <a:schemeClr val="tx1"/>
        </a:solidFill>
        <a:latin typeface="+mn-lt"/>
        <a:ea typeface="+mn-ea"/>
        <a:cs typeface="+mn-cs"/>
      </a:defRPr>
    </a:lvl1pPr>
    <a:lvl2pPr marL="610956" algn="l" defTabSz="1221913" rtl="0" eaLnBrk="1" latinLnBrk="0" hangingPunct="1">
      <a:defRPr sz="1604" kern="1200">
        <a:solidFill>
          <a:schemeClr val="tx1"/>
        </a:solidFill>
        <a:latin typeface="+mn-lt"/>
        <a:ea typeface="+mn-ea"/>
        <a:cs typeface="+mn-cs"/>
      </a:defRPr>
    </a:lvl2pPr>
    <a:lvl3pPr marL="1221913" algn="l" defTabSz="1221913" rtl="0" eaLnBrk="1" latinLnBrk="0" hangingPunct="1">
      <a:defRPr sz="1604" kern="1200">
        <a:solidFill>
          <a:schemeClr val="tx1"/>
        </a:solidFill>
        <a:latin typeface="+mn-lt"/>
        <a:ea typeface="+mn-ea"/>
        <a:cs typeface="+mn-cs"/>
      </a:defRPr>
    </a:lvl3pPr>
    <a:lvl4pPr marL="1832869" algn="l" defTabSz="1221913" rtl="0" eaLnBrk="1" latinLnBrk="0" hangingPunct="1">
      <a:defRPr sz="1604" kern="1200">
        <a:solidFill>
          <a:schemeClr val="tx1"/>
        </a:solidFill>
        <a:latin typeface="+mn-lt"/>
        <a:ea typeface="+mn-ea"/>
        <a:cs typeface="+mn-cs"/>
      </a:defRPr>
    </a:lvl4pPr>
    <a:lvl5pPr marL="2443825" algn="l" defTabSz="1221913" rtl="0" eaLnBrk="1" latinLnBrk="0" hangingPunct="1">
      <a:defRPr sz="1604" kern="1200">
        <a:solidFill>
          <a:schemeClr val="tx1"/>
        </a:solidFill>
        <a:latin typeface="+mn-lt"/>
        <a:ea typeface="+mn-ea"/>
        <a:cs typeface="+mn-cs"/>
      </a:defRPr>
    </a:lvl5pPr>
    <a:lvl6pPr marL="3054782" algn="l" defTabSz="1221913" rtl="0" eaLnBrk="1" latinLnBrk="0" hangingPunct="1">
      <a:defRPr sz="1604" kern="1200">
        <a:solidFill>
          <a:schemeClr val="tx1"/>
        </a:solidFill>
        <a:latin typeface="+mn-lt"/>
        <a:ea typeface="+mn-ea"/>
        <a:cs typeface="+mn-cs"/>
      </a:defRPr>
    </a:lvl6pPr>
    <a:lvl7pPr marL="3665738" algn="l" defTabSz="1221913" rtl="0" eaLnBrk="1" latinLnBrk="0" hangingPunct="1">
      <a:defRPr sz="1604" kern="1200">
        <a:solidFill>
          <a:schemeClr val="tx1"/>
        </a:solidFill>
        <a:latin typeface="+mn-lt"/>
        <a:ea typeface="+mn-ea"/>
        <a:cs typeface="+mn-cs"/>
      </a:defRPr>
    </a:lvl7pPr>
    <a:lvl8pPr marL="4276695" algn="l" defTabSz="1221913" rtl="0" eaLnBrk="1" latinLnBrk="0" hangingPunct="1">
      <a:defRPr sz="1604" kern="1200">
        <a:solidFill>
          <a:schemeClr val="tx1"/>
        </a:solidFill>
        <a:latin typeface="+mn-lt"/>
        <a:ea typeface="+mn-ea"/>
        <a:cs typeface="+mn-cs"/>
      </a:defRPr>
    </a:lvl8pPr>
    <a:lvl9pPr marL="4887651" algn="l" defTabSz="1221913" rtl="0" eaLnBrk="1" latinLnBrk="0" hangingPunct="1">
      <a:defRPr sz="1604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Posição da Imagem do Diapositivo 1"/>
          <p:cNvSpPr>
            <a:spLocks noGrp="1" noRot="1" noChangeAspect="1"/>
          </p:cNvSpPr>
          <p:nvPr>
            <p:ph type="sldImg"/>
          </p:nvPr>
        </p:nvSpPr>
        <p:spPr>
          <a:xfrm>
            <a:off x="1371600" y="1143000"/>
            <a:ext cx="4114800" cy="3086100"/>
          </a:xfrm>
        </p:spPr>
      </p:sp>
      <p:sp>
        <p:nvSpPr>
          <p:cNvPr id="3" name="Marcador de Posição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PT" dirty="0"/>
          </a:p>
        </p:txBody>
      </p:sp>
      <p:sp>
        <p:nvSpPr>
          <p:cNvPr id="4" name="Marcador de Posição do Número do Diapositivo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ABF9CC0-989A-4F43-8280-58B218C542C2}" type="slidenum">
              <a:rPr lang="pt-PT" smtClean="0"/>
              <a:t>1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284179779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633019-0948-C896-D18C-EB83915EDE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Posição da Imagem do Diapositivo 1">
            <a:extLst>
              <a:ext uri="{FF2B5EF4-FFF2-40B4-BE49-F238E27FC236}">
                <a16:creationId xmlns:a16="http://schemas.microsoft.com/office/drawing/2014/main" id="{A95899A0-2EB5-875C-5DE9-54F1AFFF473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371600" y="1143000"/>
            <a:ext cx="4114800" cy="3086100"/>
          </a:xfrm>
        </p:spPr>
      </p:sp>
      <p:sp>
        <p:nvSpPr>
          <p:cNvPr id="3" name="Marcador de Posição de Notas 2">
            <a:extLst>
              <a:ext uri="{FF2B5EF4-FFF2-40B4-BE49-F238E27FC236}">
                <a16:creationId xmlns:a16="http://schemas.microsoft.com/office/drawing/2014/main" id="{0B9A0ADD-0FFC-F0E1-353C-E0BCBDB63D6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PT" dirty="0"/>
          </a:p>
        </p:txBody>
      </p:sp>
      <p:sp>
        <p:nvSpPr>
          <p:cNvPr id="4" name="Marcador de Posição do Número do Diapositivo 3">
            <a:extLst>
              <a:ext uri="{FF2B5EF4-FFF2-40B4-BE49-F238E27FC236}">
                <a16:creationId xmlns:a16="http://schemas.microsoft.com/office/drawing/2014/main" id="{0CBDD064-8B02-FDC8-80D4-4406EE120EB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ABF9CC0-989A-4F43-8280-58B218C542C2}" type="slidenum">
              <a:rPr lang="pt-PT" smtClean="0"/>
              <a:t>2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238755476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B44B0B-D78C-1193-DA9A-ED766C2425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Posição da Imagem do Diapositivo 1">
            <a:extLst>
              <a:ext uri="{FF2B5EF4-FFF2-40B4-BE49-F238E27FC236}">
                <a16:creationId xmlns:a16="http://schemas.microsoft.com/office/drawing/2014/main" id="{5747D88F-2E9C-7330-294B-9AF6280D9A3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371600" y="1143000"/>
            <a:ext cx="4114800" cy="3086100"/>
          </a:xfrm>
        </p:spPr>
      </p:sp>
      <p:sp>
        <p:nvSpPr>
          <p:cNvPr id="3" name="Marcador de Posição de Notas 2">
            <a:extLst>
              <a:ext uri="{FF2B5EF4-FFF2-40B4-BE49-F238E27FC236}">
                <a16:creationId xmlns:a16="http://schemas.microsoft.com/office/drawing/2014/main" id="{CB502A12-23B4-6A85-ED9B-A6CA0A7CCEF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PT" dirty="0"/>
          </a:p>
        </p:txBody>
      </p:sp>
      <p:sp>
        <p:nvSpPr>
          <p:cNvPr id="4" name="Marcador de Posição do Número do Diapositivo 3">
            <a:extLst>
              <a:ext uri="{FF2B5EF4-FFF2-40B4-BE49-F238E27FC236}">
                <a16:creationId xmlns:a16="http://schemas.microsoft.com/office/drawing/2014/main" id="{F0B41218-C77F-E484-70BC-D4EA7A9840F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ABF9CC0-989A-4F43-8280-58B218C542C2}" type="slidenum">
              <a:rPr lang="pt-PT" smtClean="0"/>
              <a:t>3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307431994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5BA378-3F4B-1C7A-1A89-E35DC9F9C8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Posição da Imagem do Diapositivo 1">
            <a:extLst>
              <a:ext uri="{FF2B5EF4-FFF2-40B4-BE49-F238E27FC236}">
                <a16:creationId xmlns:a16="http://schemas.microsoft.com/office/drawing/2014/main" id="{DCEA3E72-ACD0-BBA4-3CE6-9466817E470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371600" y="1143000"/>
            <a:ext cx="4114800" cy="3086100"/>
          </a:xfrm>
        </p:spPr>
      </p:sp>
      <p:sp>
        <p:nvSpPr>
          <p:cNvPr id="3" name="Marcador de Posição de Notas 2">
            <a:extLst>
              <a:ext uri="{FF2B5EF4-FFF2-40B4-BE49-F238E27FC236}">
                <a16:creationId xmlns:a16="http://schemas.microsoft.com/office/drawing/2014/main" id="{C1AA687E-3B0A-99E8-4342-2235CBAB28D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PT" dirty="0"/>
          </a:p>
        </p:txBody>
      </p:sp>
      <p:sp>
        <p:nvSpPr>
          <p:cNvPr id="4" name="Marcador de Posição do Número do Diapositivo 3">
            <a:extLst>
              <a:ext uri="{FF2B5EF4-FFF2-40B4-BE49-F238E27FC236}">
                <a16:creationId xmlns:a16="http://schemas.microsoft.com/office/drawing/2014/main" id="{90BBB071-09F2-B910-424B-97A4F06F493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ABF9CC0-989A-4F43-8280-58B218C542C2}" type="slidenum">
              <a:rPr lang="pt-PT" smtClean="0"/>
              <a:t>4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194624420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o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60120" y="1571308"/>
            <a:ext cx="10881360" cy="3342640"/>
          </a:xfrm>
        </p:spPr>
        <p:txBody>
          <a:bodyPr anchor="b"/>
          <a:lstStyle>
            <a:lvl1pPr algn="ctr">
              <a:defRPr sz="8400"/>
            </a:lvl1pPr>
          </a:lstStyle>
          <a:p>
            <a:r>
              <a:rPr lang="pt-PT"/>
              <a:t>Clique para editar o estilo de título do Modelo Global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600200" y="5042853"/>
            <a:ext cx="9601200" cy="2318067"/>
          </a:xfrm>
        </p:spPr>
        <p:txBody>
          <a:bodyPr/>
          <a:lstStyle>
            <a:lvl1pPr marL="0" indent="0" algn="ctr">
              <a:buNone/>
              <a:defRPr sz="3360"/>
            </a:lvl1pPr>
            <a:lvl2pPr marL="640080" indent="0" algn="ctr">
              <a:buNone/>
              <a:defRPr sz="2800"/>
            </a:lvl2pPr>
            <a:lvl3pPr marL="1280160" indent="0" algn="ctr">
              <a:buNone/>
              <a:defRPr sz="2520"/>
            </a:lvl3pPr>
            <a:lvl4pPr marL="1920240" indent="0" algn="ctr">
              <a:buNone/>
              <a:defRPr sz="2240"/>
            </a:lvl4pPr>
            <a:lvl5pPr marL="2560320" indent="0" algn="ctr">
              <a:buNone/>
              <a:defRPr sz="2240"/>
            </a:lvl5pPr>
            <a:lvl6pPr marL="3200400" indent="0" algn="ctr">
              <a:buNone/>
              <a:defRPr sz="2240"/>
            </a:lvl6pPr>
            <a:lvl7pPr marL="3840480" indent="0" algn="ctr">
              <a:buNone/>
              <a:defRPr sz="2240"/>
            </a:lvl7pPr>
            <a:lvl8pPr marL="4480560" indent="0" algn="ctr">
              <a:buNone/>
              <a:defRPr sz="2240"/>
            </a:lvl8pPr>
            <a:lvl9pPr marL="5120640" indent="0" algn="ctr">
              <a:buNone/>
              <a:defRPr sz="2240"/>
            </a:lvl9pPr>
          </a:lstStyle>
          <a:p>
            <a:r>
              <a:rPr lang="pt-PT"/>
              <a:t>Clique para editar o estilo de subtítulo do Modelo Global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3E7115-E5A5-49CB-9497-9E6CDBEED4A9}" type="datetimeFigureOut">
              <a:rPr lang="pt-PT" smtClean="0"/>
              <a:t>07/07/2025</a:t>
            </a:fld>
            <a:endParaRPr lang="pt-P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856A0A-6A49-4977-94E2-CA90F8949578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13380459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Obje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/>
              <a:t>Clique para editar o estilo de título do Modelo Global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3E7115-E5A5-49CB-9497-9E6CDBEED4A9}" type="datetimeFigureOut">
              <a:rPr lang="pt-PT" smtClean="0"/>
              <a:t>07/07/2025</a:t>
            </a:fld>
            <a:endParaRPr lang="pt-P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856A0A-6A49-4977-94E2-CA90F8949578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212023864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c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73443" y="2393635"/>
            <a:ext cx="11041380" cy="3993832"/>
          </a:xfrm>
        </p:spPr>
        <p:txBody>
          <a:bodyPr anchor="b"/>
          <a:lstStyle>
            <a:lvl1pPr>
              <a:defRPr sz="8400"/>
            </a:lvl1pPr>
          </a:lstStyle>
          <a:p>
            <a:r>
              <a:rPr lang="pt-PT"/>
              <a:t>Clique para editar o estilo de título do Modelo Global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73443" y="6425250"/>
            <a:ext cx="11041380" cy="2100262"/>
          </a:xfrm>
        </p:spPr>
        <p:txBody>
          <a:bodyPr/>
          <a:lstStyle>
            <a:lvl1pPr marL="0" indent="0">
              <a:buNone/>
              <a:defRPr sz="3360">
                <a:solidFill>
                  <a:schemeClr val="tx1">
                    <a:tint val="82000"/>
                  </a:schemeClr>
                </a:solidFill>
              </a:defRPr>
            </a:lvl1pPr>
            <a:lvl2pPr marL="640080" indent="0">
              <a:buNone/>
              <a:defRPr sz="2800">
                <a:solidFill>
                  <a:schemeClr val="tx1">
                    <a:tint val="82000"/>
                  </a:schemeClr>
                </a:solidFill>
              </a:defRPr>
            </a:lvl2pPr>
            <a:lvl3pPr marL="1280160" indent="0">
              <a:buNone/>
              <a:defRPr sz="2520">
                <a:solidFill>
                  <a:schemeClr val="tx1">
                    <a:tint val="82000"/>
                  </a:schemeClr>
                </a:solidFill>
              </a:defRPr>
            </a:lvl3pPr>
            <a:lvl4pPr marL="1920240" indent="0">
              <a:buNone/>
              <a:defRPr sz="2240">
                <a:solidFill>
                  <a:schemeClr val="tx1">
                    <a:tint val="82000"/>
                  </a:schemeClr>
                </a:solidFill>
              </a:defRPr>
            </a:lvl4pPr>
            <a:lvl5pPr marL="2560320" indent="0">
              <a:buNone/>
              <a:defRPr sz="2240">
                <a:solidFill>
                  <a:schemeClr val="tx1">
                    <a:tint val="82000"/>
                  </a:schemeClr>
                </a:solidFill>
              </a:defRPr>
            </a:lvl5pPr>
            <a:lvl6pPr marL="3200400" indent="0">
              <a:buNone/>
              <a:defRPr sz="2240">
                <a:solidFill>
                  <a:schemeClr val="tx1">
                    <a:tint val="82000"/>
                  </a:schemeClr>
                </a:solidFill>
              </a:defRPr>
            </a:lvl6pPr>
            <a:lvl7pPr marL="3840480" indent="0">
              <a:buNone/>
              <a:defRPr sz="2240">
                <a:solidFill>
                  <a:schemeClr val="tx1">
                    <a:tint val="82000"/>
                  </a:schemeClr>
                </a:solidFill>
              </a:defRPr>
            </a:lvl7pPr>
            <a:lvl8pPr marL="4480560" indent="0">
              <a:buNone/>
              <a:defRPr sz="2240">
                <a:solidFill>
                  <a:schemeClr val="tx1">
                    <a:tint val="82000"/>
                  </a:schemeClr>
                </a:solidFill>
              </a:defRPr>
            </a:lvl8pPr>
            <a:lvl9pPr marL="5120640" indent="0">
              <a:buNone/>
              <a:defRPr sz="224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3E7115-E5A5-49CB-9497-9E6CDBEED4A9}" type="datetimeFigureOut">
              <a:rPr lang="pt-PT" smtClean="0"/>
              <a:t>07/07/2025</a:t>
            </a:fld>
            <a:endParaRPr lang="pt-P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856A0A-6A49-4977-94E2-CA90F8949578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250189773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Conteúdo Dup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/>
              <a:t>Clique para editar o estilo de título do Modelo Global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80110" y="2555875"/>
            <a:ext cx="5440680" cy="6091873"/>
          </a:xfrm>
        </p:spPr>
        <p:txBody>
          <a:bodyPr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480810" y="2555875"/>
            <a:ext cx="5440680" cy="6091873"/>
          </a:xfrm>
        </p:spPr>
        <p:txBody>
          <a:bodyPr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3E7115-E5A5-49CB-9497-9E6CDBEED4A9}" type="datetimeFigureOut">
              <a:rPr lang="pt-PT" smtClean="0"/>
              <a:t>07/07/2025</a:t>
            </a:fld>
            <a:endParaRPr lang="pt-PT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856A0A-6A49-4977-94E2-CA90F8949578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33162660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81777" y="511177"/>
            <a:ext cx="11041380" cy="1855788"/>
          </a:xfrm>
        </p:spPr>
        <p:txBody>
          <a:bodyPr/>
          <a:lstStyle/>
          <a:p>
            <a:r>
              <a:rPr lang="pt-PT"/>
              <a:t>Clique para editar o estilo de título do Modelo Global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81779" y="2353628"/>
            <a:ext cx="5415676" cy="1153477"/>
          </a:xfrm>
        </p:spPr>
        <p:txBody>
          <a:bodyPr anchor="b"/>
          <a:lstStyle>
            <a:lvl1pPr marL="0" indent="0">
              <a:buNone/>
              <a:defRPr sz="3360" b="1"/>
            </a:lvl1pPr>
            <a:lvl2pPr marL="640080" indent="0">
              <a:buNone/>
              <a:defRPr sz="2800" b="1"/>
            </a:lvl2pPr>
            <a:lvl3pPr marL="1280160" indent="0">
              <a:buNone/>
              <a:defRPr sz="2520" b="1"/>
            </a:lvl3pPr>
            <a:lvl4pPr marL="1920240" indent="0">
              <a:buNone/>
              <a:defRPr sz="2240" b="1"/>
            </a:lvl4pPr>
            <a:lvl5pPr marL="2560320" indent="0">
              <a:buNone/>
              <a:defRPr sz="2240" b="1"/>
            </a:lvl5pPr>
            <a:lvl6pPr marL="3200400" indent="0">
              <a:buNone/>
              <a:defRPr sz="2240" b="1"/>
            </a:lvl6pPr>
            <a:lvl7pPr marL="3840480" indent="0">
              <a:buNone/>
              <a:defRPr sz="2240" b="1"/>
            </a:lvl7pPr>
            <a:lvl8pPr marL="4480560" indent="0">
              <a:buNone/>
              <a:defRPr sz="2240" b="1"/>
            </a:lvl8pPr>
            <a:lvl9pPr marL="5120640" indent="0">
              <a:buNone/>
              <a:defRPr sz="2240" b="1"/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81779" y="3507105"/>
            <a:ext cx="5415676" cy="5158423"/>
          </a:xfrm>
        </p:spPr>
        <p:txBody>
          <a:bodyPr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80811" y="2353628"/>
            <a:ext cx="5442347" cy="1153477"/>
          </a:xfrm>
        </p:spPr>
        <p:txBody>
          <a:bodyPr anchor="b"/>
          <a:lstStyle>
            <a:lvl1pPr marL="0" indent="0">
              <a:buNone/>
              <a:defRPr sz="3360" b="1"/>
            </a:lvl1pPr>
            <a:lvl2pPr marL="640080" indent="0">
              <a:buNone/>
              <a:defRPr sz="2800" b="1"/>
            </a:lvl2pPr>
            <a:lvl3pPr marL="1280160" indent="0">
              <a:buNone/>
              <a:defRPr sz="2520" b="1"/>
            </a:lvl3pPr>
            <a:lvl4pPr marL="1920240" indent="0">
              <a:buNone/>
              <a:defRPr sz="2240" b="1"/>
            </a:lvl4pPr>
            <a:lvl5pPr marL="2560320" indent="0">
              <a:buNone/>
              <a:defRPr sz="2240" b="1"/>
            </a:lvl5pPr>
            <a:lvl6pPr marL="3200400" indent="0">
              <a:buNone/>
              <a:defRPr sz="2240" b="1"/>
            </a:lvl6pPr>
            <a:lvl7pPr marL="3840480" indent="0">
              <a:buNone/>
              <a:defRPr sz="2240" b="1"/>
            </a:lvl7pPr>
            <a:lvl8pPr marL="4480560" indent="0">
              <a:buNone/>
              <a:defRPr sz="2240" b="1"/>
            </a:lvl8pPr>
            <a:lvl9pPr marL="5120640" indent="0">
              <a:buNone/>
              <a:defRPr sz="2240" b="1"/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480811" y="3507105"/>
            <a:ext cx="5442347" cy="5158423"/>
          </a:xfrm>
        </p:spPr>
        <p:txBody>
          <a:bodyPr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3E7115-E5A5-49CB-9497-9E6CDBEED4A9}" type="datetimeFigureOut">
              <a:rPr lang="pt-PT" smtClean="0"/>
              <a:t>07/07/2025</a:t>
            </a:fld>
            <a:endParaRPr lang="pt-PT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856A0A-6A49-4977-94E2-CA90F8949578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286058183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ó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/>
              <a:t>Clique para editar o estilo de título do Modelo Global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3E7115-E5A5-49CB-9497-9E6CDBEED4A9}" type="datetimeFigureOut">
              <a:rPr lang="pt-PT" smtClean="0"/>
              <a:t>07/07/2025</a:t>
            </a:fld>
            <a:endParaRPr lang="pt-PT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856A0A-6A49-4977-94E2-CA90F8949578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89266487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3E7115-E5A5-49CB-9497-9E6CDBEED4A9}" type="datetimeFigureOut">
              <a:rPr lang="pt-PT" smtClean="0"/>
              <a:t>07/07/2025</a:t>
            </a:fld>
            <a:endParaRPr lang="pt-PT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856A0A-6A49-4977-94E2-CA90F8949578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242843200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81778" y="640080"/>
            <a:ext cx="4128849" cy="2240280"/>
          </a:xfrm>
        </p:spPr>
        <p:txBody>
          <a:bodyPr anchor="b"/>
          <a:lstStyle>
            <a:lvl1pPr>
              <a:defRPr sz="4480"/>
            </a:lvl1pPr>
          </a:lstStyle>
          <a:p>
            <a:r>
              <a:rPr lang="pt-PT"/>
              <a:t>Clique para editar o estilo de título do Modelo Global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42347" y="1382397"/>
            <a:ext cx="6480810" cy="6823075"/>
          </a:xfrm>
        </p:spPr>
        <p:txBody>
          <a:bodyPr/>
          <a:lstStyle>
            <a:lvl1pPr>
              <a:defRPr sz="4480"/>
            </a:lvl1pPr>
            <a:lvl2pPr>
              <a:defRPr sz="3920"/>
            </a:lvl2pPr>
            <a:lvl3pPr>
              <a:defRPr sz="3360"/>
            </a:lvl3pPr>
            <a:lvl4pPr>
              <a:defRPr sz="2800"/>
            </a:lvl4pPr>
            <a:lvl5pPr>
              <a:defRPr sz="2800"/>
            </a:lvl5pPr>
            <a:lvl6pPr>
              <a:defRPr sz="2800"/>
            </a:lvl6pPr>
            <a:lvl7pPr>
              <a:defRPr sz="2800"/>
            </a:lvl7pPr>
            <a:lvl8pPr>
              <a:defRPr sz="2800"/>
            </a:lvl8pPr>
            <a:lvl9pPr>
              <a:defRPr sz="2800"/>
            </a:lvl9pPr>
          </a:lstStyle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81778" y="2880360"/>
            <a:ext cx="4128849" cy="5336223"/>
          </a:xfrm>
        </p:spPr>
        <p:txBody>
          <a:bodyPr/>
          <a:lstStyle>
            <a:lvl1pPr marL="0" indent="0">
              <a:buNone/>
              <a:defRPr sz="2240"/>
            </a:lvl1pPr>
            <a:lvl2pPr marL="640080" indent="0">
              <a:buNone/>
              <a:defRPr sz="1960"/>
            </a:lvl2pPr>
            <a:lvl3pPr marL="1280160" indent="0">
              <a:buNone/>
              <a:defRPr sz="1680"/>
            </a:lvl3pPr>
            <a:lvl4pPr marL="1920240" indent="0">
              <a:buNone/>
              <a:defRPr sz="1400"/>
            </a:lvl4pPr>
            <a:lvl5pPr marL="2560320" indent="0">
              <a:buNone/>
              <a:defRPr sz="1400"/>
            </a:lvl5pPr>
            <a:lvl6pPr marL="3200400" indent="0">
              <a:buNone/>
              <a:defRPr sz="1400"/>
            </a:lvl6pPr>
            <a:lvl7pPr marL="3840480" indent="0">
              <a:buNone/>
              <a:defRPr sz="1400"/>
            </a:lvl7pPr>
            <a:lvl8pPr marL="4480560" indent="0">
              <a:buNone/>
              <a:defRPr sz="1400"/>
            </a:lvl8pPr>
            <a:lvl9pPr marL="5120640" indent="0">
              <a:buNone/>
              <a:defRPr sz="1400"/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3E7115-E5A5-49CB-9497-9E6CDBEED4A9}" type="datetimeFigureOut">
              <a:rPr lang="pt-PT" smtClean="0"/>
              <a:t>07/07/2025</a:t>
            </a:fld>
            <a:endParaRPr lang="pt-PT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856A0A-6A49-4977-94E2-CA90F8949578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42501627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81778" y="640080"/>
            <a:ext cx="4128849" cy="2240280"/>
          </a:xfrm>
        </p:spPr>
        <p:txBody>
          <a:bodyPr anchor="b"/>
          <a:lstStyle>
            <a:lvl1pPr>
              <a:defRPr sz="4480"/>
            </a:lvl1pPr>
          </a:lstStyle>
          <a:p>
            <a:r>
              <a:rPr lang="pt-PT"/>
              <a:t>Clique para editar o estilo de título do Modelo Global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442347" y="1382397"/>
            <a:ext cx="6480810" cy="6823075"/>
          </a:xfrm>
        </p:spPr>
        <p:txBody>
          <a:bodyPr anchor="t"/>
          <a:lstStyle>
            <a:lvl1pPr marL="0" indent="0">
              <a:buNone/>
              <a:defRPr sz="4480"/>
            </a:lvl1pPr>
            <a:lvl2pPr marL="640080" indent="0">
              <a:buNone/>
              <a:defRPr sz="3920"/>
            </a:lvl2pPr>
            <a:lvl3pPr marL="1280160" indent="0">
              <a:buNone/>
              <a:defRPr sz="3360"/>
            </a:lvl3pPr>
            <a:lvl4pPr marL="1920240" indent="0">
              <a:buNone/>
              <a:defRPr sz="2800"/>
            </a:lvl4pPr>
            <a:lvl5pPr marL="2560320" indent="0">
              <a:buNone/>
              <a:defRPr sz="2800"/>
            </a:lvl5pPr>
            <a:lvl6pPr marL="3200400" indent="0">
              <a:buNone/>
              <a:defRPr sz="2800"/>
            </a:lvl6pPr>
            <a:lvl7pPr marL="3840480" indent="0">
              <a:buNone/>
              <a:defRPr sz="2800"/>
            </a:lvl7pPr>
            <a:lvl8pPr marL="4480560" indent="0">
              <a:buNone/>
              <a:defRPr sz="2800"/>
            </a:lvl8pPr>
            <a:lvl9pPr marL="5120640" indent="0">
              <a:buNone/>
              <a:defRPr sz="2800"/>
            </a:lvl9pPr>
          </a:lstStyle>
          <a:p>
            <a:r>
              <a:rPr lang="pt-PT"/>
              <a:t>Clique no ícone para adicionar uma imagem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81778" y="2880360"/>
            <a:ext cx="4128849" cy="5336223"/>
          </a:xfrm>
        </p:spPr>
        <p:txBody>
          <a:bodyPr/>
          <a:lstStyle>
            <a:lvl1pPr marL="0" indent="0">
              <a:buNone/>
              <a:defRPr sz="2240"/>
            </a:lvl1pPr>
            <a:lvl2pPr marL="640080" indent="0">
              <a:buNone/>
              <a:defRPr sz="1960"/>
            </a:lvl2pPr>
            <a:lvl3pPr marL="1280160" indent="0">
              <a:buNone/>
              <a:defRPr sz="1680"/>
            </a:lvl3pPr>
            <a:lvl4pPr marL="1920240" indent="0">
              <a:buNone/>
              <a:defRPr sz="1400"/>
            </a:lvl4pPr>
            <a:lvl5pPr marL="2560320" indent="0">
              <a:buNone/>
              <a:defRPr sz="1400"/>
            </a:lvl5pPr>
            <a:lvl6pPr marL="3200400" indent="0">
              <a:buNone/>
              <a:defRPr sz="1400"/>
            </a:lvl6pPr>
            <a:lvl7pPr marL="3840480" indent="0">
              <a:buNone/>
              <a:defRPr sz="1400"/>
            </a:lvl7pPr>
            <a:lvl8pPr marL="4480560" indent="0">
              <a:buNone/>
              <a:defRPr sz="1400"/>
            </a:lvl8pPr>
            <a:lvl9pPr marL="5120640" indent="0">
              <a:buNone/>
              <a:defRPr sz="1400"/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3E7115-E5A5-49CB-9497-9E6CDBEED4A9}" type="datetimeFigureOut">
              <a:rPr lang="pt-PT" smtClean="0"/>
              <a:t>07/07/2025</a:t>
            </a:fld>
            <a:endParaRPr lang="pt-PT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856A0A-6A49-4977-94E2-CA90F8949578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282242818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/>
              <a:t>Clique para editar o estilo de título do Modelo Global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3E7115-E5A5-49CB-9497-9E6CDBEED4A9}" type="datetimeFigureOut">
              <a:rPr lang="pt-PT" smtClean="0"/>
              <a:t>07/07/2025</a:t>
            </a:fld>
            <a:endParaRPr lang="pt-P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856A0A-6A49-4977-94E2-CA90F8949578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425552639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e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161146" y="511175"/>
            <a:ext cx="2760345" cy="8136573"/>
          </a:xfrm>
        </p:spPr>
        <p:txBody>
          <a:bodyPr vert="eaVert"/>
          <a:lstStyle/>
          <a:p>
            <a:r>
              <a:rPr lang="pt-PT"/>
              <a:t>Clique para editar o estilo de título do Modelo Global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80111" y="511175"/>
            <a:ext cx="8121015" cy="8136573"/>
          </a:xfrm>
        </p:spPr>
        <p:txBody>
          <a:bodyPr vert="eaVert"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3E7115-E5A5-49CB-9497-9E6CDBEED4A9}" type="datetimeFigureOut">
              <a:rPr lang="pt-PT" smtClean="0"/>
              <a:t>07/07/2025</a:t>
            </a:fld>
            <a:endParaRPr lang="pt-P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856A0A-6A49-4977-94E2-CA90F8949578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242038863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80110" y="511177"/>
            <a:ext cx="11041380" cy="185578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PT"/>
              <a:t>Clique para editar o estilo de título do Modelo Global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80110" y="2555875"/>
            <a:ext cx="11041380" cy="60918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80110" y="8898892"/>
            <a:ext cx="2880360" cy="51117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68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F3E7115-E5A5-49CB-9497-9E6CDBEED4A9}" type="datetimeFigureOut">
              <a:rPr lang="pt-PT" smtClean="0"/>
              <a:t>07/07/2025</a:t>
            </a:fld>
            <a:endParaRPr lang="pt-P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240530" y="8898892"/>
            <a:ext cx="4320540" cy="51117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68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pt-P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041130" y="8898892"/>
            <a:ext cx="2880360" cy="51117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8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0856A0A-6A49-4977-94E2-CA90F8949578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336697638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9" r:id="rId1"/>
    <p:sldLayoutId id="2147483710" r:id="rId2"/>
    <p:sldLayoutId id="2147483711" r:id="rId3"/>
    <p:sldLayoutId id="2147483712" r:id="rId4"/>
    <p:sldLayoutId id="2147483713" r:id="rId5"/>
    <p:sldLayoutId id="2147483714" r:id="rId6"/>
    <p:sldLayoutId id="2147483715" r:id="rId7"/>
    <p:sldLayoutId id="2147483716" r:id="rId8"/>
    <p:sldLayoutId id="2147483717" r:id="rId9"/>
    <p:sldLayoutId id="2147483718" r:id="rId10"/>
    <p:sldLayoutId id="2147483719" r:id="rId11"/>
  </p:sldLayoutIdLst>
  <p:txStyles>
    <p:titleStyle>
      <a:lvl1pPr algn="l" defTabSz="1280160" rtl="0" eaLnBrk="1" latinLnBrk="0" hangingPunct="1">
        <a:lnSpc>
          <a:spcPct val="90000"/>
        </a:lnSpc>
        <a:spcBef>
          <a:spcPct val="0"/>
        </a:spcBef>
        <a:buNone/>
        <a:defRPr sz="616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20040" indent="-320040" algn="l" defTabSz="1280160" rtl="0" eaLnBrk="1" latinLnBrk="0" hangingPunct="1">
        <a:lnSpc>
          <a:spcPct val="90000"/>
        </a:lnSpc>
        <a:spcBef>
          <a:spcPts val="1400"/>
        </a:spcBef>
        <a:buFont typeface="Arial" panose="020B0604020202020204" pitchFamily="34" charset="0"/>
        <a:buChar char="•"/>
        <a:defRPr sz="3920" kern="1200">
          <a:solidFill>
            <a:schemeClr val="tx1"/>
          </a:solidFill>
          <a:latin typeface="+mn-lt"/>
          <a:ea typeface="+mn-ea"/>
          <a:cs typeface="+mn-cs"/>
        </a:defRPr>
      </a:lvl1pPr>
      <a:lvl2pPr marL="96012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sz="3360" kern="1200">
          <a:solidFill>
            <a:schemeClr val="tx1"/>
          </a:solidFill>
          <a:latin typeface="+mn-lt"/>
          <a:ea typeface="+mn-ea"/>
          <a:cs typeface="+mn-cs"/>
        </a:defRPr>
      </a:lvl2pPr>
      <a:lvl3pPr marL="160020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3pPr>
      <a:lvl4pPr marL="224028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sz="2520" kern="1200">
          <a:solidFill>
            <a:schemeClr val="tx1"/>
          </a:solidFill>
          <a:latin typeface="+mn-lt"/>
          <a:ea typeface="+mn-ea"/>
          <a:cs typeface="+mn-cs"/>
        </a:defRPr>
      </a:lvl4pPr>
      <a:lvl5pPr marL="288036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sz="2520" kern="1200">
          <a:solidFill>
            <a:schemeClr val="tx1"/>
          </a:solidFill>
          <a:latin typeface="+mn-lt"/>
          <a:ea typeface="+mn-ea"/>
          <a:cs typeface="+mn-cs"/>
        </a:defRPr>
      </a:lvl5pPr>
      <a:lvl6pPr marL="352044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sz="2520" kern="1200">
          <a:solidFill>
            <a:schemeClr val="tx1"/>
          </a:solidFill>
          <a:latin typeface="+mn-lt"/>
          <a:ea typeface="+mn-ea"/>
          <a:cs typeface="+mn-cs"/>
        </a:defRPr>
      </a:lvl6pPr>
      <a:lvl7pPr marL="416052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sz="2520" kern="1200">
          <a:solidFill>
            <a:schemeClr val="tx1"/>
          </a:solidFill>
          <a:latin typeface="+mn-lt"/>
          <a:ea typeface="+mn-ea"/>
          <a:cs typeface="+mn-cs"/>
        </a:defRPr>
      </a:lvl7pPr>
      <a:lvl8pPr marL="480060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sz="2520" kern="1200">
          <a:solidFill>
            <a:schemeClr val="tx1"/>
          </a:solidFill>
          <a:latin typeface="+mn-lt"/>
          <a:ea typeface="+mn-ea"/>
          <a:cs typeface="+mn-cs"/>
        </a:defRPr>
      </a:lvl8pPr>
      <a:lvl9pPr marL="544068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sz="252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280160" rtl="0" eaLnBrk="1" latinLnBrk="0" hangingPunct="1">
        <a:defRPr sz="2520" kern="1200">
          <a:solidFill>
            <a:schemeClr val="tx1"/>
          </a:solidFill>
          <a:latin typeface="+mn-lt"/>
          <a:ea typeface="+mn-ea"/>
          <a:cs typeface="+mn-cs"/>
        </a:defRPr>
      </a:lvl1pPr>
      <a:lvl2pPr marL="640080" algn="l" defTabSz="1280160" rtl="0" eaLnBrk="1" latinLnBrk="0" hangingPunct="1">
        <a:defRPr sz="2520" kern="1200">
          <a:solidFill>
            <a:schemeClr val="tx1"/>
          </a:solidFill>
          <a:latin typeface="+mn-lt"/>
          <a:ea typeface="+mn-ea"/>
          <a:cs typeface="+mn-cs"/>
        </a:defRPr>
      </a:lvl2pPr>
      <a:lvl3pPr marL="1280160" algn="l" defTabSz="1280160" rtl="0" eaLnBrk="1" latinLnBrk="0" hangingPunct="1">
        <a:defRPr sz="2520" kern="1200">
          <a:solidFill>
            <a:schemeClr val="tx1"/>
          </a:solidFill>
          <a:latin typeface="+mn-lt"/>
          <a:ea typeface="+mn-ea"/>
          <a:cs typeface="+mn-cs"/>
        </a:defRPr>
      </a:lvl3pPr>
      <a:lvl4pPr marL="1920240" algn="l" defTabSz="1280160" rtl="0" eaLnBrk="1" latinLnBrk="0" hangingPunct="1">
        <a:defRPr sz="2520" kern="1200">
          <a:solidFill>
            <a:schemeClr val="tx1"/>
          </a:solidFill>
          <a:latin typeface="+mn-lt"/>
          <a:ea typeface="+mn-ea"/>
          <a:cs typeface="+mn-cs"/>
        </a:defRPr>
      </a:lvl4pPr>
      <a:lvl5pPr marL="2560320" algn="l" defTabSz="1280160" rtl="0" eaLnBrk="1" latinLnBrk="0" hangingPunct="1">
        <a:defRPr sz="2520" kern="1200">
          <a:solidFill>
            <a:schemeClr val="tx1"/>
          </a:solidFill>
          <a:latin typeface="+mn-lt"/>
          <a:ea typeface="+mn-ea"/>
          <a:cs typeface="+mn-cs"/>
        </a:defRPr>
      </a:lvl5pPr>
      <a:lvl6pPr marL="3200400" algn="l" defTabSz="1280160" rtl="0" eaLnBrk="1" latinLnBrk="0" hangingPunct="1">
        <a:defRPr sz="2520" kern="1200">
          <a:solidFill>
            <a:schemeClr val="tx1"/>
          </a:solidFill>
          <a:latin typeface="+mn-lt"/>
          <a:ea typeface="+mn-ea"/>
          <a:cs typeface="+mn-cs"/>
        </a:defRPr>
      </a:lvl6pPr>
      <a:lvl7pPr marL="3840480" algn="l" defTabSz="1280160" rtl="0" eaLnBrk="1" latinLnBrk="0" hangingPunct="1">
        <a:defRPr sz="2520" kern="1200">
          <a:solidFill>
            <a:schemeClr val="tx1"/>
          </a:solidFill>
          <a:latin typeface="+mn-lt"/>
          <a:ea typeface="+mn-ea"/>
          <a:cs typeface="+mn-cs"/>
        </a:defRPr>
      </a:lvl7pPr>
      <a:lvl8pPr marL="4480560" algn="l" defTabSz="1280160" rtl="0" eaLnBrk="1" latinLnBrk="0" hangingPunct="1">
        <a:defRPr sz="2520" kern="1200">
          <a:solidFill>
            <a:schemeClr val="tx1"/>
          </a:solidFill>
          <a:latin typeface="+mn-lt"/>
          <a:ea typeface="+mn-ea"/>
          <a:cs typeface="+mn-cs"/>
        </a:defRPr>
      </a:lvl8pPr>
      <a:lvl9pPr marL="5120640" algn="l" defTabSz="1280160" rtl="0" eaLnBrk="1" latinLnBrk="0" hangingPunct="1">
        <a:defRPr sz="252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13" Type="http://schemas.openxmlformats.org/officeDocument/2006/relationships/image" Target="../media/image11.png"/><Relationship Id="rId18" Type="http://schemas.openxmlformats.org/officeDocument/2006/relationships/image" Target="../media/image16.png"/><Relationship Id="rId3" Type="http://schemas.openxmlformats.org/officeDocument/2006/relationships/image" Target="../media/image1.png"/><Relationship Id="rId21" Type="http://schemas.openxmlformats.org/officeDocument/2006/relationships/image" Target="../media/image19.png"/><Relationship Id="rId7" Type="http://schemas.openxmlformats.org/officeDocument/2006/relationships/image" Target="../media/image5.png"/><Relationship Id="rId12" Type="http://schemas.openxmlformats.org/officeDocument/2006/relationships/image" Target="../media/image10.png"/><Relationship Id="rId17" Type="http://schemas.openxmlformats.org/officeDocument/2006/relationships/image" Target="../media/image15.png"/><Relationship Id="rId2" Type="http://schemas.openxmlformats.org/officeDocument/2006/relationships/notesSlide" Target="../notesSlides/notesSlide1.xml"/><Relationship Id="rId16" Type="http://schemas.openxmlformats.org/officeDocument/2006/relationships/image" Target="../media/image14.png"/><Relationship Id="rId20" Type="http://schemas.openxmlformats.org/officeDocument/2006/relationships/image" Target="../media/image18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11" Type="http://schemas.openxmlformats.org/officeDocument/2006/relationships/image" Target="../media/image9.png"/><Relationship Id="rId5" Type="http://schemas.openxmlformats.org/officeDocument/2006/relationships/image" Target="../media/image3.png"/><Relationship Id="rId15" Type="http://schemas.openxmlformats.org/officeDocument/2006/relationships/image" Target="../media/image13.png"/><Relationship Id="rId10" Type="http://schemas.openxmlformats.org/officeDocument/2006/relationships/image" Target="../media/image8.png"/><Relationship Id="rId19" Type="http://schemas.openxmlformats.org/officeDocument/2006/relationships/image" Target="../media/image17.png"/><Relationship Id="rId4" Type="http://schemas.openxmlformats.org/officeDocument/2006/relationships/image" Target="../media/image2.png"/><Relationship Id="rId9" Type="http://schemas.openxmlformats.org/officeDocument/2006/relationships/image" Target="../media/image7.png"/><Relationship Id="rId14" Type="http://schemas.openxmlformats.org/officeDocument/2006/relationships/image" Target="../media/image12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13" Type="http://schemas.openxmlformats.org/officeDocument/2006/relationships/image" Target="../media/image11.png"/><Relationship Id="rId18" Type="http://schemas.openxmlformats.org/officeDocument/2006/relationships/image" Target="../media/image19.png"/><Relationship Id="rId3" Type="http://schemas.openxmlformats.org/officeDocument/2006/relationships/image" Target="../media/image1.png"/><Relationship Id="rId21" Type="http://schemas.openxmlformats.org/officeDocument/2006/relationships/image" Target="../media/image18.png"/><Relationship Id="rId7" Type="http://schemas.openxmlformats.org/officeDocument/2006/relationships/image" Target="../media/image5.png"/><Relationship Id="rId12" Type="http://schemas.openxmlformats.org/officeDocument/2006/relationships/image" Target="../media/image10.png"/><Relationship Id="rId17" Type="http://schemas.openxmlformats.org/officeDocument/2006/relationships/image" Target="../media/image17.png"/><Relationship Id="rId2" Type="http://schemas.openxmlformats.org/officeDocument/2006/relationships/notesSlide" Target="../notesSlides/notesSlide2.xml"/><Relationship Id="rId16" Type="http://schemas.openxmlformats.org/officeDocument/2006/relationships/image" Target="../media/image16.png"/><Relationship Id="rId20" Type="http://schemas.openxmlformats.org/officeDocument/2006/relationships/image" Target="../media/image15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11" Type="http://schemas.openxmlformats.org/officeDocument/2006/relationships/image" Target="../media/image9.png"/><Relationship Id="rId5" Type="http://schemas.openxmlformats.org/officeDocument/2006/relationships/image" Target="../media/image3.png"/><Relationship Id="rId15" Type="http://schemas.openxmlformats.org/officeDocument/2006/relationships/image" Target="../media/image13.png"/><Relationship Id="rId10" Type="http://schemas.openxmlformats.org/officeDocument/2006/relationships/image" Target="../media/image8.png"/><Relationship Id="rId19" Type="http://schemas.openxmlformats.org/officeDocument/2006/relationships/image" Target="../media/image14.png"/><Relationship Id="rId4" Type="http://schemas.openxmlformats.org/officeDocument/2006/relationships/image" Target="../media/image2.png"/><Relationship Id="rId9" Type="http://schemas.openxmlformats.org/officeDocument/2006/relationships/image" Target="../media/image7.png"/><Relationship Id="rId14" Type="http://schemas.openxmlformats.org/officeDocument/2006/relationships/image" Target="../media/image12.png"/><Relationship Id="rId22" Type="http://schemas.openxmlformats.org/officeDocument/2006/relationships/image" Target="../media/image20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13" Type="http://schemas.openxmlformats.org/officeDocument/2006/relationships/image" Target="../media/image22.jpeg"/><Relationship Id="rId3" Type="http://schemas.openxmlformats.org/officeDocument/2006/relationships/image" Target="../media/image14.png"/><Relationship Id="rId7" Type="http://schemas.openxmlformats.org/officeDocument/2006/relationships/image" Target="../media/image11.png"/><Relationship Id="rId12" Type="http://schemas.openxmlformats.org/officeDocument/2006/relationships/image" Target="../media/image17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.png"/><Relationship Id="rId11" Type="http://schemas.openxmlformats.org/officeDocument/2006/relationships/image" Target="../media/image16.png"/><Relationship Id="rId5" Type="http://schemas.openxmlformats.org/officeDocument/2006/relationships/image" Target="../media/image9.png"/><Relationship Id="rId15" Type="http://schemas.openxmlformats.org/officeDocument/2006/relationships/image" Target="../media/image24.jpeg"/><Relationship Id="rId10" Type="http://schemas.openxmlformats.org/officeDocument/2006/relationships/image" Target="../media/image15.png"/><Relationship Id="rId4" Type="http://schemas.openxmlformats.org/officeDocument/2006/relationships/image" Target="../media/image21.jpg"/><Relationship Id="rId9" Type="http://schemas.openxmlformats.org/officeDocument/2006/relationships/image" Target="../media/image13.png"/><Relationship Id="rId14" Type="http://schemas.openxmlformats.org/officeDocument/2006/relationships/image" Target="../media/image23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png"/><Relationship Id="rId3" Type="http://schemas.openxmlformats.org/officeDocument/2006/relationships/image" Target="../media/image10.png"/><Relationship Id="rId7" Type="http://schemas.openxmlformats.org/officeDocument/2006/relationships/image" Target="../media/image13.png"/><Relationship Id="rId12" Type="http://schemas.openxmlformats.org/officeDocument/2006/relationships/image" Target="../media/image2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.png"/><Relationship Id="rId11" Type="http://schemas.openxmlformats.org/officeDocument/2006/relationships/image" Target="../media/image18.png"/><Relationship Id="rId5" Type="http://schemas.openxmlformats.org/officeDocument/2006/relationships/image" Target="../media/image12.png"/><Relationship Id="rId10" Type="http://schemas.openxmlformats.org/officeDocument/2006/relationships/image" Target="../media/image20.png"/><Relationship Id="rId4" Type="http://schemas.openxmlformats.org/officeDocument/2006/relationships/image" Target="../media/image11.png"/><Relationship Id="rId9" Type="http://schemas.openxmlformats.org/officeDocument/2006/relationships/image" Target="../media/image1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7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C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Retângulo 47">
            <a:extLst>
              <a:ext uri="{FF2B5EF4-FFF2-40B4-BE49-F238E27FC236}">
                <a16:creationId xmlns:a16="http://schemas.microsoft.com/office/drawing/2014/main" id="{A7F1F33F-2602-3AD2-2C80-A1C59D5BBB51}"/>
              </a:ext>
            </a:extLst>
          </p:cNvPr>
          <p:cNvSpPr/>
          <p:nvPr/>
        </p:nvSpPr>
        <p:spPr>
          <a:xfrm rot="18467609">
            <a:off x="4016664" y="-2879888"/>
            <a:ext cx="4260313" cy="16006392"/>
          </a:xfrm>
          <a:prstGeom prst="rect">
            <a:avLst/>
          </a:prstGeom>
          <a:gradFill>
            <a:gsLst>
              <a:gs pos="57000">
                <a:srgbClr val="FFFF00">
                  <a:alpha val="79000"/>
                </a:srgbClr>
              </a:gs>
              <a:gs pos="40000">
                <a:srgbClr val="FFFF00">
                  <a:alpha val="48000"/>
                  <a:lumMod val="100000"/>
                </a:srgbClr>
              </a:gs>
              <a:gs pos="0">
                <a:srgbClr val="FF0000"/>
              </a:gs>
              <a:gs pos="100000">
                <a:srgbClr val="00B050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6" name="Retângulo 5">
            <a:extLst>
              <a:ext uri="{FF2B5EF4-FFF2-40B4-BE49-F238E27FC236}">
                <a16:creationId xmlns:a16="http://schemas.microsoft.com/office/drawing/2014/main" id="{66EFEE49-6E89-2E4B-4519-71C6382997FC}"/>
              </a:ext>
            </a:extLst>
          </p:cNvPr>
          <p:cNvSpPr/>
          <p:nvPr/>
        </p:nvSpPr>
        <p:spPr>
          <a:xfrm>
            <a:off x="3857973" y="1249619"/>
            <a:ext cx="8943627" cy="2480679"/>
          </a:xfrm>
          <a:prstGeom prst="rect">
            <a:avLst/>
          </a:prstGeom>
          <a:noFill/>
        </p:spPr>
        <p:txBody>
          <a:bodyPr wrap="square" lIns="170688" tIns="85344" rIns="170688" bIns="85344">
            <a:spAutoFit/>
          </a:bodyPr>
          <a:lstStyle/>
          <a:p>
            <a:pPr algn="ctr"/>
            <a:r>
              <a:rPr lang="pt-PT" sz="5400" b="1" dirty="0" err="1">
                <a:ln w="0"/>
                <a:solidFill>
                  <a:schemeClr val="accent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ZCAPNet</a:t>
            </a:r>
            <a:endParaRPr lang="pt-PT" sz="5400" b="1" dirty="0">
              <a:ln w="0"/>
              <a:solidFill>
                <a:schemeClr val="accent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  <a:p>
            <a:pPr algn="ctr"/>
            <a:r>
              <a:rPr lang="pt-PT" sz="4800" dirty="0">
                <a:ln w="0"/>
                <a:solidFill>
                  <a:schemeClr val="accent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Sistema de apoio à Proteção Civil</a:t>
            </a:r>
          </a:p>
        </p:txBody>
      </p:sp>
      <p:grpSp>
        <p:nvGrpSpPr>
          <p:cNvPr id="29" name="Agrupar 28">
            <a:extLst>
              <a:ext uri="{FF2B5EF4-FFF2-40B4-BE49-F238E27FC236}">
                <a16:creationId xmlns:a16="http://schemas.microsoft.com/office/drawing/2014/main" id="{D3375746-8E74-BA1F-3BF7-42A1AF818B19}"/>
              </a:ext>
            </a:extLst>
          </p:cNvPr>
          <p:cNvGrpSpPr>
            <a:grpSpLocks noChangeAspect="1"/>
          </p:cNvGrpSpPr>
          <p:nvPr/>
        </p:nvGrpSpPr>
        <p:grpSpPr>
          <a:xfrm>
            <a:off x="324465" y="280983"/>
            <a:ext cx="3361684" cy="2160000"/>
            <a:chOff x="389886" y="1413364"/>
            <a:chExt cx="3007438" cy="1932385"/>
          </a:xfrm>
        </p:grpSpPr>
        <p:pic>
          <p:nvPicPr>
            <p:cNvPr id="7" name="Picture 2" descr="Earthquake - Free nature icons">
              <a:extLst>
                <a:ext uri="{FF2B5EF4-FFF2-40B4-BE49-F238E27FC236}">
                  <a16:creationId xmlns:a16="http://schemas.microsoft.com/office/drawing/2014/main" id="{323CCC61-9249-59C1-271B-4384B55E355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89886" y="1413364"/>
              <a:ext cx="900000" cy="9000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9" name="Picture 10" descr="Casa inundada - ícones de natureza grátis">
              <a:extLst>
                <a:ext uri="{FF2B5EF4-FFF2-40B4-BE49-F238E27FC236}">
                  <a16:creationId xmlns:a16="http://schemas.microsoft.com/office/drawing/2014/main" id="{5BDE5D01-7A7E-8D00-6D12-95FA6782CDC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443605" y="2445749"/>
              <a:ext cx="900000" cy="9000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1" name="Imagem 10">
              <a:extLst>
                <a:ext uri="{FF2B5EF4-FFF2-40B4-BE49-F238E27FC236}">
                  <a16:creationId xmlns:a16="http://schemas.microsoft.com/office/drawing/2014/main" id="{F5872573-77F2-C329-6461-5EEF8ED66668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389886" y="2445749"/>
              <a:ext cx="900000" cy="900000"/>
            </a:xfrm>
            <a:prstGeom prst="rect">
              <a:avLst/>
            </a:prstGeom>
          </p:spPr>
        </p:pic>
        <p:pic>
          <p:nvPicPr>
            <p:cNvPr id="19" name="Imagem 18">
              <a:extLst>
                <a:ext uri="{FF2B5EF4-FFF2-40B4-BE49-F238E27FC236}">
                  <a16:creationId xmlns:a16="http://schemas.microsoft.com/office/drawing/2014/main" id="{56037C9B-E9C7-C867-5116-7B1809C0AF9A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1443605" y="1413364"/>
              <a:ext cx="900000" cy="900000"/>
            </a:xfrm>
            <a:prstGeom prst="rect">
              <a:avLst/>
            </a:prstGeom>
          </p:spPr>
        </p:pic>
        <p:pic>
          <p:nvPicPr>
            <p:cNvPr id="23" name="Imagem 22">
              <a:extLst>
                <a:ext uri="{FF2B5EF4-FFF2-40B4-BE49-F238E27FC236}">
                  <a16:creationId xmlns:a16="http://schemas.microsoft.com/office/drawing/2014/main" id="{EE1ECFFA-D476-FEE5-3C65-8175DA1FF7B7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2497324" y="2445749"/>
              <a:ext cx="900000" cy="900000"/>
            </a:xfrm>
            <a:prstGeom prst="rect">
              <a:avLst/>
            </a:prstGeom>
          </p:spPr>
        </p:pic>
        <p:pic>
          <p:nvPicPr>
            <p:cNvPr id="24" name="Imagem 23">
              <a:extLst>
                <a:ext uri="{FF2B5EF4-FFF2-40B4-BE49-F238E27FC236}">
                  <a16:creationId xmlns:a16="http://schemas.microsoft.com/office/drawing/2014/main" id="{5DBCCF97-7F0C-F9E8-9951-0CF5B0C043D2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2497324" y="1413364"/>
              <a:ext cx="900000" cy="900000"/>
            </a:xfrm>
            <a:prstGeom prst="rect">
              <a:avLst/>
            </a:prstGeom>
          </p:spPr>
        </p:pic>
      </p:grpSp>
      <p:pic>
        <p:nvPicPr>
          <p:cNvPr id="26" name="Imagem 25">
            <a:extLst>
              <a:ext uri="{FF2B5EF4-FFF2-40B4-BE49-F238E27FC236}">
                <a16:creationId xmlns:a16="http://schemas.microsoft.com/office/drawing/2014/main" id="{224B31FA-49F2-3042-55FE-08144DF957AF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809706" y="3278582"/>
            <a:ext cx="1260000" cy="1260000"/>
          </a:xfrm>
          <a:prstGeom prst="rect">
            <a:avLst/>
          </a:prstGeom>
        </p:spPr>
      </p:pic>
      <p:pic>
        <p:nvPicPr>
          <p:cNvPr id="28" name="Imagem 27">
            <a:extLst>
              <a:ext uri="{FF2B5EF4-FFF2-40B4-BE49-F238E27FC236}">
                <a16:creationId xmlns:a16="http://schemas.microsoft.com/office/drawing/2014/main" id="{BAD89E3E-49D2-CBB7-961C-4DBF46C3ECE3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1522640" y="8237475"/>
            <a:ext cx="1080000" cy="1080000"/>
          </a:xfrm>
          <a:prstGeom prst="rect">
            <a:avLst/>
          </a:prstGeom>
        </p:spPr>
      </p:pic>
      <p:sp>
        <p:nvSpPr>
          <p:cNvPr id="30" name="Retângulo 29">
            <a:extLst>
              <a:ext uri="{FF2B5EF4-FFF2-40B4-BE49-F238E27FC236}">
                <a16:creationId xmlns:a16="http://schemas.microsoft.com/office/drawing/2014/main" id="{97117735-084E-F743-D845-2C661AE62713}"/>
              </a:ext>
            </a:extLst>
          </p:cNvPr>
          <p:cNvSpPr/>
          <p:nvPr/>
        </p:nvSpPr>
        <p:spPr>
          <a:xfrm>
            <a:off x="533400" y="2443566"/>
            <a:ext cx="3592873" cy="1465016"/>
          </a:xfrm>
          <a:prstGeom prst="rect">
            <a:avLst/>
          </a:prstGeom>
          <a:noFill/>
        </p:spPr>
        <p:txBody>
          <a:bodyPr wrap="square" lIns="170688" tIns="85344" rIns="170688" bIns="85344">
            <a:spAutoFit/>
          </a:bodyPr>
          <a:lstStyle/>
          <a:p>
            <a:pPr algn="ctr"/>
            <a:r>
              <a:rPr lang="pt-PT" sz="28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Durante uma catástrofe, há quem precise de abrigo</a:t>
            </a:r>
          </a:p>
        </p:txBody>
      </p:sp>
      <p:pic>
        <p:nvPicPr>
          <p:cNvPr id="39" name="Picture 4" descr="Sql server Icons - Iconshock">
            <a:extLst>
              <a:ext uri="{FF2B5EF4-FFF2-40B4-BE49-F238E27FC236}">
                <a16:creationId xmlns:a16="http://schemas.microsoft.com/office/drawing/2014/main" id="{9BAC1648-4AED-C427-5A3F-AFB585C2570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8542" y="8287748"/>
            <a:ext cx="1032469" cy="103246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6" name="Agrupar 15">
            <a:extLst>
              <a:ext uri="{FF2B5EF4-FFF2-40B4-BE49-F238E27FC236}">
                <a16:creationId xmlns:a16="http://schemas.microsoft.com/office/drawing/2014/main" id="{92A07FC5-7D5C-2862-F13C-F44220DDD7AB}"/>
              </a:ext>
            </a:extLst>
          </p:cNvPr>
          <p:cNvGrpSpPr>
            <a:grpSpLocks noChangeAspect="1"/>
          </p:cNvGrpSpPr>
          <p:nvPr/>
        </p:nvGrpSpPr>
        <p:grpSpPr>
          <a:xfrm>
            <a:off x="50691" y="5360218"/>
            <a:ext cx="2588579" cy="1800000"/>
            <a:chOff x="1330476" y="6556362"/>
            <a:chExt cx="3939831" cy="2739602"/>
          </a:xfrm>
        </p:grpSpPr>
        <p:pic>
          <p:nvPicPr>
            <p:cNvPr id="40" name="Picture 10">
              <a:extLst>
                <a:ext uri="{FF2B5EF4-FFF2-40B4-BE49-F238E27FC236}">
                  <a16:creationId xmlns:a16="http://schemas.microsoft.com/office/drawing/2014/main" id="{36CB3417-7E20-9E20-A47D-DE4F19088AB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670422" y="6695181"/>
              <a:ext cx="3259940" cy="83943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41" name="Picture 20" descr="Kotlin Logo PNG Transparent &amp; SVG Vector - Freebie Supply">
              <a:extLst>
                <a:ext uri="{FF2B5EF4-FFF2-40B4-BE49-F238E27FC236}">
                  <a16:creationId xmlns:a16="http://schemas.microsoft.com/office/drawing/2014/main" id="{24848537-B4DD-7B3D-18AB-56CA2492052D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399778" y="7300477"/>
              <a:ext cx="1800371" cy="135027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42" name="Picture 26" descr="Understanding JSON Web Tokens (JWT) for Secure Information Sharing | by  Safdar Ali | Medium">
              <a:extLst>
                <a:ext uri="{FF2B5EF4-FFF2-40B4-BE49-F238E27FC236}">
                  <a16:creationId xmlns:a16="http://schemas.microsoft.com/office/drawing/2014/main" id="{C14F5D82-FCAE-7B13-5A19-D27F4AF4054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506635" y="8294212"/>
              <a:ext cx="1587507" cy="66675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43" name="Retângulo: Cantos Arredondados 42">
              <a:extLst>
                <a:ext uri="{FF2B5EF4-FFF2-40B4-BE49-F238E27FC236}">
                  <a16:creationId xmlns:a16="http://schemas.microsoft.com/office/drawing/2014/main" id="{EEFFE87D-E7C6-193D-CFFC-C7E218DC088E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330476" y="6556362"/>
              <a:ext cx="3939831" cy="2739602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sz="3360"/>
            </a:p>
          </p:txBody>
        </p:sp>
      </p:grpSp>
      <p:sp>
        <p:nvSpPr>
          <p:cNvPr id="45" name="Retângulo: Cantos Arredondados 44">
            <a:extLst>
              <a:ext uri="{FF2B5EF4-FFF2-40B4-BE49-F238E27FC236}">
                <a16:creationId xmlns:a16="http://schemas.microsoft.com/office/drawing/2014/main" id="{BB691EC5-F473-6556-AEBD-1AE20EEB2805}"/>
              </a:ext>
            </a:extLst>
          </p:cNvPr>
          <p:cNvSpPr>
            <a:spLocks noChangeAspect="1"/>
          </p:cNvSpPr>
          <p:nvPr/>
        </p:nvSpPr>
        <p:spPr>
          <a:xfrm>
            <a:off x="20767" y="8166228"/>
            <a:ext cx="1408021" cy="1383469"/>
          </a:xfrm>
          <a:prstGeom prst="round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 sz="3360"/>
          </a:p>
        </p:txBody>
      </p:sp>
      <p:pic>
        <p:nvPicPr>
          <p:cNvPr id="49" name="Picture 42" descr="Cloud Icon PNGs for Free Download">
            <a:extLst>
              <a:ext uri="{FF2B5EF4-FFF2-40B4-BE49-F238E27FC236}">
                <a16:creationId xmlns:a16="http://schemas.microsoft.com/office/drawing/2014/main" id="{140137D3-85F3-0F77-9F2D-E5567A78178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45164" y="7477700"/>
            <a:ext cx="1854551" cy="10303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1" name="Retângulo 50">
            <a:extLst>
              <a:ext uri="{FF2B5EF4-FFF2-40B4-BE49-F238E27FC236}">
                <a16:creationId xmlns:a16="http://schemas.microsoft.com/office/drawing/2014/main" id="{F99521B3-0DD1-1BD2-FEA0-5421F76910AD}"/>
              </a:ext>
            </a:extLst>
          </p:cNvPr>
          <p:cNvSpPr>
            <a:spLocks noChangeAspect="1"/>
          </p:cNvSpPr>
          <p:nvPr/>
        </p:nvSpPr>
        <p:spPr>
          <a:xfrm rot="21174172">
            <a:off x="-964532" y="16857007"/>
            <a:ext cx="5939679" cy="746808"/>
          </a:xfrm>
          <a:prstGeom prst="rect">
            <a:avLst/>
          </a:prstGeom>
          <a:noFill/>
        </p:spPr>
        <p:txBody>
          <a:bodyPr wrap="square" lIns="170688" tIns="85344" rIns="170688" bIns="85344">
            <a:spAutoFit/>
          </a:bodyPr>
          <a:lstStyle/>
          <a:p>
            <a:pPr algn="ctr"/>
            <a:r>
              <a:rPr lang="pt-PT" sz="3733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Web App</a:t>
            </a:r>
          </a:p>
        </p:txBody>
      </p:sp>
      <p:grpSp>
        <p:nvGrpSpPr>
          <p:cNvPr id="5" name="Agrupar 4">
            <a:extLst>
              <a:ext uri="{FF2B5EF4-FFF2-40B4-BE49-F238E27FC236}">
                <a16:creationId xmlns:a16="http://schemas.microsoft.com/office/drawing/2014/main" id="{06B86091-3CEC-42F7-3078-D2C05F1D9795}"/>
              </a:ext>
            </a:extLst>
          </p:cNvPr>
          <p:cNvGrpSpPr>
            <a:grpSpLocks noChangeAspect="1"/>
          </p:cNvGrpSpPr>
          <p:nvPr/>
        </p:nvGrpSpPr>
        <p:grpSpPr>
          <a:xfrm>
            <a:off x="4986801" y="5104454"/>
            <a:ext cx="2165810" cy="1446258"/>
            <a:chOff x="-1348" y="11748431"/>
            <a:chExt cx="3255379" cy="2177787"/>
          </a:xfrm>
        </p:grpSpPr>
        <p:pic>
          <p:nvPicPr>
            <p:cNvPr id="32" name="Imagem 31">
              <a:extLst>
                <a:ext uri="{FF2B5EF4-FFF2-40B4-BE49-F238E27FC236}">
                  <a16:creationId xmlns:a16="http://schemas.microsoft.com/office/drawing/2014/main" id="{FFD05DBB-1358-3999-8DDA-573953DFC89F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/>
            <a:stretch>
              <a:fillRect/>
            </a:stretch>
          </p:blipFill>
          <p:spPr>
            <a:xfrm>
              <a:off x="1543507" y="12118319"/>
              <a:ext cx="1512000" cy="1512000"/>
            </a:xfrm>
            <a:prstGeom prst="rect">
              <a:avLst/>
            </a:prstGeom>
          </p:spPr>
        </p:pic>
        <p:sp>
          <p:nvSpPr>
            <p:cNvPr id="50" name="Retângulo: Cantos Arredondados 49">
              <a:extLst>
                <a:ext uri="{FF2B5EF4-FFF2-40B4-BE49-F238E27FC236}">
                  <a16:creationId xmlns:a16="http://schemas.microsoft.com/office/drawing/2014/main" id="{A98C984E-61B4-5DFD-0719-94A52E1DB9C0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-1348" y="11748431"/>
              <a:ext cx="3255379" cy="217778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sz="3360"/>
            </a:p>
          </p:txBody>
        </p:sp>
        <p:pic>
          <p:nvPicPr>
            <p:cNvPr id="53" name="Picture 8" descr="Brand">
              <a:extLst>
                <a:ext uri="{FF2B5EF4-FFF2-40B4-BE49-F238E27FC236}">
                  <a16:creationId xmlns:a16="http://schemas.microsoft.com/office/drawing/2014/main" id="{7893AE42-D770-1EE4-A0EB-6648321B604D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09918" y="11831868"/>
              <a:ext cx="722325" cy="105307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pic>
        <p:nvPicPr>
          <p:cNvPr id="81" name="Imagem 80">
            <a:extLst>
              <a:ext uri="{FF2B5EF4-FFF2-40B4-BE49-F238E27FC236}">
                <a16:creationId xmlns:a16="http://schemas.microsoft.com/office/drawing/2014/main" id="{6AA5B528-146A-8208-4AD2-20D9C566E532}"/>
              </a:ext>
            </a:extLst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 flipH="1">
            <a:off x="7482493" y="5310157"/>
            <a:ext cx="1034851" cy="1034851"/>
          </a:xfrm>
          <a:prstGeom prst="rect">
            <a:avLst/>
          </a:prstGeom>
        </p:spPr>
      </p:pic>
      <p:pic>
        <p:nvPicPr>
          <p:cNvPr id="1026" name="Picture 2">
            <a:extLst>
              <a:ext uri="{FF2B5EF4-FFF2-40B4-BE49-F238E27FC236}">
                <a16:creationId xmlns:a16="http://schemas.microsoft.com/office/drawing/2014/main" id="{C1D1E1FC-C4D7-0FD5-E82B-37DDBEAEDE2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05795" y="-124537"/>
            <a:ext cx="4293190" cy="16198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Database icon - Free download on Iconfinder">
            <a:extLst>
              <a:ext uri="{FF2B5EF4-FFF2-40B4-BE49-F238E27FC236}">
                <a16:creationId xmlns:a16="http://schemas.microsoft.com/office/drawing/2014/main" id="{BC06617F-6725-561A-CC54-5AF55E2A127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60692" y="5964813"/>
            <a:ext cx="480289" cy="4802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3" name="Imagem 12">
            <a:extLst>
              <a:ext uri="{FF2B5EF4-FFF2-40B4-BE49-F238E27FC236}">
                <a16:creationId xmlns:a16="http://schemas.microsoft.com/office/drawing/2014/main" id="{A981D261-789A-D8BC-0D57-EF8B6D2BBE16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109888" y="8237475"/>
            <a:ext cx="1080000" cy="1080000"/>
          </a:xfrm>
          <a:prstGeom prst="rect">
            <a:avLst/>
          </a:prstGeom>
        </p:spPr>
      </p:pic>
      <p:pic>
        <p:nvPicPr>
          <p:cNvPr id="14" name="Imagem 13">
            <a:extLst>
              <a:ext uri="{FF2B5EF4-FFF2-40B4-BE49-F238E27FC236}">
                <a16:creationId xmlns:a16="http://schemas.microsoft.com/office/drawing/2014/main" id="{7FA928C1-CA31-6255-3BCE-4D044F5BFFDC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982640" y="6987737"/>
            <a:ext cx="1080000" cy="1080000"/>
          </a:xfrm>
          <a:prstGeom prst="rect">
            <a:avLst/>
          </a:prstGeom>
        </p:spPr>
      </p:pic>
      <p:grpSp>
        <p:nvGrpSpPr>
          <p:cNvPr id="54" name="Agrupar 53">
            <a:extLst>
              <a:ext uri="{FF2B5EF4-FFF2-40B4-BE49-F238E27FC236}">
                <a16:creationId xmlns:a16="http://schemas.microsoft.com/office/drawing/2014/main" id="{7E2D96DE-2100-F7BA-A821-BBE204C1A35F}"/>
              </a:ext>
            </a:extLst>
          </p:cNvPr>
          <p:cNvGrpSpPr>
            <a:grpSpLocks noChangeAspect="1"/>
          </p:cNvGrpSpPr>
          <p:nvPr/>
        </p:nvGrpSpPr>
        <p:grpSpPr>
          <a:xfrm>
            <a:off x="6290457" y="6896827"/>
            <a:ext cx="2165810" cy="1446258"/>
            <a:chOff x="-1348" y="11748431"/>
            <a:chExt cx="3255379" cy="2177787"/>
          </a:xfrm>
        </p:grpSpPr>
        <p:pic>
          <p:nvPicPr>
            <p:cNvPr id="55" name="Imagem 54">
              <a:extLst>
                <a:ext uri="{FF2B5EF4-FFF2-40B4-BE49-F238E27FC236}">
                  <a16:creationId xmlns:a16="http://schemas.microsoft.com/office/drawing/2014/main" id="{B6400EEE-9457-F714-A65C-1DFBCCC5D885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/>
            <a:stretch>
              <a:fillRect/>
            </a:stretch>
          </p:blipFill>
          <p:spPr>
            <a:xfrm>
              <a:off x="1543507" y="12118319"/>
              <a:ext cx="1512000" cy="1512000"/>
            </a:xfrm>
            <a:prstGeom prst="rect">
              <a:avLst/>
            </a:prstGeom>
          </p:spPr>
        </p:pic>
        <p:sp>
          <p:nvSpPr>
            <p:cNvPr id="56" name="Retângulo: Cantos Arredondados 55">
              <a:extLst>
                <a:ext uri="{FF2B5EF4-FFF2-40B4-BE49-F238E27FC236}">
                  <a16:creationId xmlns:a16="http://schemas.microsoft.com/office/drawing/2014/main" id="{EC4A1D1C-C753-6C1F-4BD5-90B2BD0A3664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-1348" y="11748431"/>
              <a:ext cx="3255379" cy="217778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sz="3360"/>
            </a:p>
          </p:txBody>
        </p:sp>
        <p:pic>
          <p:nvPicPr>
            <p:cNvPr id="57" name="Picture 8" descr="Brand">
              <a:extLst>
                <a:ext uri="{FF2B5EF4-FFF2-40B4-BE49-F238E27FC236}">
                  <a16:creationId xmlns:a16="http://schemas.microsoft.com/office/drawing/2014/main" id="{B2D66119-FBDF-37D0-620B-36668487A26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09918" y="11831868"/>
              <a:ext cx="722325" cy="105307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pic>
        <p:nvPicPr>
          <p:cNvPr id="58" name="Picture 4" descr="Database icon - Free download on Iconfinder">
            <a:extLst>
              <a:ext uri="{FF2B5EF4-FFF2-40B4-BE49-F238E27FC236}">
                <a16:creationId xmlns:a16="http://schemas.microsoft.com/office/drawing/2014/main" id="{19716A6D-E24D-24D3-B66B-D4EDAFC376A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64348" y="7757186"/>
            <a:ext cx="480289" cy="4802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9" name="Imagem 58">
            <a:extLst>
              <a:ext uri="{FF2B5EF4-FFF2-40B4-BE49-F238E27FC236}">
                <a16:creationId xmlns:a16="http://schemas.microsoft.com/office/drawing/2014/main" id="{4B076B65-1091-415D-739D-0C2490343DCB}"/>
              </a:ext>
            </a:extLst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 flipH="1">
            <a:off x="8570740" y="7070970"/>
            <a:ext cx="1034851" cy="1034851"/>
          </a:xfrm>
          <a:prstGeom prst="rect">
            <a:avLst/>
          </a:prstGeom>
        </p:spPr>
      </p:pic>
      <p:cxnSp>
        <p:nvCxnSpPr>
          <p:cNvPr id="62" name="Conexão: Ângulo Reto 61">
            <a:extLst>
              <a:ext uri="{FF2B5EF4-FFF2-40B4-BE49-F238E27FC236}">
                <a16:creationId xmlns:a16="http://schemas.microsoft.com/office/drawing/2014/main" id="{26C29BA4-B0A6-0BC8-F7B7-A4AE878F5BFB}"/>
              </a:ext>
            </a:extLst>
          </p:cNvPr>
          <p:cNvCxnSpPr>
            <a:cxnSpLocks/>
            <a:stCxn id="49" idx="3"/>
            <a:endCxn id="58" idx="1"/>
          </p:cNvCxnSpPr>
          <p:nvPr/>
        </p:nvCxnSpPr>
        <p:spPr>
          <a:xfrm>
            <a:off x="4899715" y="7992853"/>
            <a:ext cx="1664633" cy="4478"/>
          </a:xfrm>
          <a:prstGeom prst="bentConnector3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exão: Ângulo Reto 64">
            <a:extLst>
              <a:ext uri="{FF2B5EF4-FFF2-40B4-BE49-F238E27FC236}">
                <a16:creationId xmlns:a16="http://schemas.microsoft.com/office/drawing/2014/main" id="{EF458483-6AE8-71A5-AF32-908B0EBBE985}"/>
              </a:ext>
            </a:extLst>
          </p:cNvPr>
          <p:cNvCxnSpPr>
            <a:cxnSpLocks/>
            <a:stCxn id="1028" idx="1"/>
            <a:endCxn id="49" idx="0"/>
          </p:cNvCxnSpPr>
          <p:nvPr/>
        </p:nvCxnSpPr>
        <p:spPr>
          <a:xfrm rot="10800000" flipV="1">
            <a:off x="3972440" y="6204958"/>
            <a:ext cx="1288252" cy="1272742"/>
          </a:xfrm>
          <a:prstGeom prst="bentConnector2">
            <a:avLst/>
          </a:prstGeom>
          <a:ln w="19050" cap="flat" cmpd="sng" algn="ctr">
            <a:solidFill>
              <a:srgbClr val="FF0000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pic>
        <p:nvPicPr>
          <p:cNvPr id="67" name="Picture 4" descr="Sem wi-fi - ícones de computador grátis">
            <a:extLst>
              <a:ext uri="{FF2B5EF4-FFF2-40B4-BE49-F238E27FC236}">
                <a16:creationId xmlns:a16="http://schemas.microsoft.com/office/drawing/2014/main" id="{E7CF9AD6-C20A-ED0A-84F2-C2EFAD7FB2F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94556" y="5941305"/>
            <a:ext cx="527304" cy="5273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9" name="Retângulo 68">
            <a:extLst>
              <a:ext uri="{FF2B5EF4-FFF2-40B4-BE49-F238E27FC236}">
                <a16:creationId xmlns:a16="http://schemas.microsoft.com/office/drawing/2014/main" id="{E3E95561-9111-1CBC-53E2-9F74B135FFA2}"/>
              </a:ext>
            </a:extLst>
          </p:cNvPr>
          <p:cNvSpPr/>
          <p:nvPr/>
        </p:nvSpPr>
        <p:spPr>
          <a:xfrm>
            <a:off x="5224096" y="6430635"/>
            <a:ext cx="3592873" cy="603242"/>
          </a:xfrm>
          <a:prstGeom prst="rect">
            <a:avLst/>
          </a:prstGeom>
          <a:noFill/>
        </p:spPr>
        <p:txBody>
          <a:bodyPr wrap="square" lIns="170688" tIns="85344" rIns="170688" bIns="85344">
            <a:spAutoFit/>
          </a:bodyPr>
          <a:lstStyle/>
          <a:p>
            <a:pPr algn="ctr"/>
            <a:r>
              <a:rPr lang="pt-PT" sz="28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Registo de utentes</a:t>
            </a:r>
          </a:p>
        </p:txBody>
      </p:sp>
      <p:cxnSp>
        <p:nvCxnSpPr>
          <p:cNvPr id="70" name="Conexão: Ângulo Reto 69">
            <a:extLst>
              <a:ext uri="{FF2B5EF4-FFF2-40B4-BE49-F238E27FC236}">
                <a16:creationId xmlns:a16="http://schemas.microsoft.com/office/drawing/2014/main" id="{29206DD3-C9CB-EE68-0C8D-70B2DDA8C504}"/>
              </a:ext>
            </a:extLst>
          </p:cNvPr>
          <p:cNvCxnSpPr>
            <a:cxnSpLocks/>
            <a:stCxn id="49" idx="1"/>
            <a:endCxn id="43" idx="3"/>
          </p:cNvCxnSpPr>
          <p:nvPr/>
        </p:nvCxnSpPr>
        <p:spPr>
          <a:xfrm rot="10800000">
            <a:off x="2639270" y="6260219"/>
            <a:ext cx="405894" cy="1732635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exão: Ângulo Reto 76">
            <a:extLst>
              <a:ext uri="{FF2B5EF4-FFF2-40B4-BE49-F238E27FC236}">
                <a16:creationId xmlns:a16="http://schemas.microsoft.com/office/drawing/2014/main" id="{AADFF7DD-6552-6D72-981D-B9F72AEDC275}"/>
              </a:ext>
            </a:extLst>
          </p:cNvPr>
          <p:cNvCxnSpPr>
            <a:cxnSpLocks/>
            <a:stCxn id="45" idx="0"/>
            <a:endCxn id="43" idx="2"/>
          </p:cNvCxnSpPr>
          <p:nvPr/>
        </p:nvCxnSpPr>
        <p:spPr>
          <a:xfrm rot="5400000" flipH="1" flipV="1">
            <a:off x="531874" y="7353122"/>
            <a:ext cx="1006010" cy="620203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Retângulo 1">
            <a:extLst>
              <a:ext uri="{FF2B5EF4-FFF2-40B4-BE49-F238E27FC236}">
                <a16:creationId xmlns:a16="http://schemas.microsoft.com/office/drawing/2014/main" id="{7AB91F7D-902A-37E6-7F3A-629726668CD9}"/>
              </a:ext>
            </a:extLst>
          </p:cNvPr>
          <p:cNvSpPr/>
          <p:nvPr/>
        </p:nvSpPr>
        <p:spPr>
          <a:xfrm>
            <a:off x="10898140" y="7935854"/>
            <a:ext cx="1249001" cy="603242"/>
          </a:xfrm>
          <a:prstGeom prst="rect">
            <a:avLst/>
          </a:prstGeom>
          <a:noFill/>
        </p:spPr>
        <p:txBody>
          <a:bodyPr wrap="square" lIns="170688" tIns="85344" rIns="170688" bIns="85344">
            <a:spAutoFit/>
          </a:bodyPr>
          <a:lstStyle/>
          <a:p>
            <a:pPr algn="ctr"/>
            <a:r>
              <a:rPr lang="pt-PT" sz="28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ZCAP</a:t>
            </a:r>
          </a:p>
        </p:txBody>
      </p:sp>
      <p:sp>
        <p:nvSpPr>
          <p:cNvPr id="3" name="Retângulo 2">
            <a:extLst>
              <a:ext uri="{FF2B5EF4-FFF2-40B4-BE49-F238E27FC236}">
                <a16:creationId xmlns:a16="http://schemas.microsoft.com/office/drawing/2014/main" id="{B0A4312F-7319-C834-BB52-71770A5C5066}"/>
              </a:ext>
            </a:extLst>
          </p:cNvPr>
          <p:cNvSpPr/>
          <p:nvPr/>
        </p:nvSpPr>
        <p:spPr>
          <a:xfrm>
            <a:off x="1711594" y="8933241"/>
            <a:ext cx="5984606" cy="726353"/>
          </a:xfrm>
          <a:prstGeom prst="rect">
            <a:avLst/>
          </a:prstGeom>
          <a:noFill/>
        </p:spPr>
        <p:txBody>
          <a:bodyPr wrap="square" lIns="170688" tIns="85344" rIns="170688" bIns="85344">
            <a:spAutoFit/>
          </a:bodyPr>
          <a:lstStyle/>
          <a:p>
            <a:r>
              <a:rPr lang="pt-PT" b="1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Autores:</a:t>
            </a:r>
            <a:r>
              <a:rPr lang="pt-PT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 Luis Alves, Gonçalo Dimas</a:t>
            </a:r>
          </a:p>
          <a:p>
            <a:r>
              <a:rPr lang="pt-PT" b="1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Orientadores:</a:t>
            </a:r>
            <a:r>
              <a:rPr lang="pt-PT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 Prof. Artur Ferreira, Prof. André Lourenço</a:t>
            </a:r>
          </a:p>
        </p:txBody>
      </p:sp>
    </p:spTree>
    <p:extLst>
      <p:ext uri="{BB962C8B-B14F-4D97-AF65-F5344CB8AC3E}">
        <p14:creationId xmlns:p14="http://schemas.microsoft.com/office/powerpoint/2010/main" val="32506104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1474B6-8368-1BC6-8268-8D0F0F41E6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Retângulo 47">
            <a:extLst>
              <a:ext uri="{FF2B5EF4-FFF2-40B4-BE49-F238E27FC236}">
                <a16:creationId xmlns:a16="http://schemas.microsoft.com/office/drawing/2014/main" id="{E643B792-FCE8-3DA9-E8F8-DDB1DB0A1B60}"/>
              </a:ext>
            </a:extLst>
          </p:cNvPr>
          <p:cNvSpPr/>
          <p:nvPr/>
        </p:nvSpPr>
        <p:spPr>
          <a:xfrm rot="18467609">
            <a:off x="4026932" y="-2858933"/>
            <a:ext cx="4207277" cy="16006392"/>
          </a:xfrm>
          <a:prstGeom prst="rect">
            <a:avLst/>
          </a:prstGeom>
          <a:gradFill>
            <a:gsLst>
              <a:gs pos="57000">
                <a:srgbClr val="FFFF00">
                  <a:alpha val="79000"/>
                </a:srgbClr>
              </a:gs>
              <a:gs pos="40000">
                <a:srgbClr val="FFFF00">
                  <a:alpha val="48000"/>
                  <a:lumMod val="100000"/>
                </a:srgbClr>
              </a:gs>
              <a:gs pos="0">
                <a:srgbClr val="FF0000"/>
              </a:gs>
              <a:gs pos="100000">
                <a:srgbClr val="00B050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6" name="Retângulo 5">
            <a:extLst>
              <a:ext uri="{FF2B5EF4-FFF2-40B4-BE49-F238E27FC236}">
                <a16:creationId xmlns:a16="http://schemas.microsoft.com/office/drawing/2014/main" id="{E3D0E90F-E7D6-DCD8-F470-E15968A2D3A9}"/>
              </a:ext>
            </a:extLst>
          </p:cNvPr>
          <p:cNvSpPr/>
          <p:nvPr/>
        </p:nvSpPr>
        <p:spPr>
          <a:xfrm>
            <a:off x="2936383" y="22541"/>
            <a:ext cx="6947248" cy="1311128"/>
          </a:xfrm>
          <a:prstGeom prst="rect">
            <a:avLst/>
          </a:prstGeom>
          <a:noFill/>
        </p:spPr>
        <p:txBody>
          <a:bodyPr wrap="square" lIns="170688" tIns="85344" rIns="170688" bIns="85344">
            <a:spAutoFit/>
          </a:bodyPr>
          <a:lstStyle/>
          <a:p>
            <a:pPr algn="ctr"/>
            <a:r>
              <a:rPr lang="pt-PT" sz="5400" b="1" dirty="0" err="1">
                <a:ln w="0"/>
                <a:solidFill>
                  <a:schemeClr val="accent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ZCAPNet</a:t>
            </a:r>
            <a:endParaRPr lang="pt-PT" sz="5400" b="1" dirty="0">
              <a:ln w="0"/>
              <a:solidFill>
                <a:schemeClr val="accent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  <a:p>
            <a:pPr algn="ctr"/>
            <a:r>
              <a:rPr lang="pt-PT" sz="2000" dirty="0">
                <a:ln w="0"/>
                <a:solidFill>
                  <a:schemeClr val="accent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Sistema de apoio à Proteção Civil</a:t>
            </a:r>
            <a:endParaRPr lang="pt-PT" sz="2800" dirty="0">
              <a:ln w="0"/>
              <a:solidFill>
                <a:schemeClr val="accent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grpSp>
        <p:nvGrpSpPr>
          <p:cNvPr id="29" name="Agrupar 28">
            <a:extLst>
              <a:ext uri="{FF2B5EF4-FFF2-40B4-BE49-F238E27FC236}">
                <a16:creationId xmlns:a16="http://schemas.microsoft.com/office/drawing/2014/main" id="{5C5E3F15-FC81-CFDD-5A2C-C8E9DE650583}"/>
              </a:ext>
            </a:extLst>
          </p:cNvPr>
          <p:cNvGrpSpPr>
            <a:grpSpLocks noChangeAspect="1"/>
          </p:cNvGrpSpPr>
          <p:nvPr/>
        </p:nvGrpSpPr>
        <p:grpSpPr>
          <a:xfrm>
            <a:off x="324465" y="280983"/>
            <a:ext cx="3361684" cy="2160000"/>
            <a:chOff x="389886" y="1413364"/>
            <a:chExt cx="3007438" cy="1932385"/>
          </a:xfrm>
        </p:grpSpPr>
        <p:pic>
          <p:nvPicPr>
            <p:cNvPr id="7" name="Picture 2" descr="Earthquake - Free nature icons">
              <a:extLst>
                <a:ext uri="{FF2B5EF4-FFF2-40B4-BE49-F238E27FC236}">
                  <a16:creationId xmlns:a16="http://schemas.microsoft.com/office/drawing/2014/main" id="{B45A9149-EE90-65DC-CE72-FE8898AAC8E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89886" y="1413364"/>
              <a:ext cx="900000" cy="9000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9" name="Picture 10" descr="Casa inundada - ícones de natureza grátis">
              <a:extLst>
                <a:ext uri="{FF2B5EF4-FFF2-40B4-BE49-F238E27FC236}">
                  <a16:creationId xmlns:a16="http://schemas.microsoft.com/office/drawing/2014/main" id="{AD2BCBE8-77A1-CF1E-392B-A94D1D7C32C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443605" y="2445749"/>
              <a:ext cx="900000" cy="9000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1" name="Imagem 10">
              <a:extLst>
                <a:ext uri="{FF2B5EF4-FFF2-40B4-BE49-F238E27FC236}">
                  <a16:creationId xmlns:a16="http://schemas.microsoft.com/office/drawing/2014/main" id="{32BE4FD3-9552-951F-83D2-780D068A1116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389886" y="2445749"/>
              <a:ext cx="900000" cy="900000"/>
            </a:xfrm>
            <a:prstGeom prst="rect">
              <a:avLst/>
            </a:prstGeom>
          </p:spPr>
        </p:pic>
        <p:pic>
          <p:nvPicPr>
            <p:cNvPr id="19" name="Imagem 18">
              <a:extLst>
                <a:ext uri="{FF2B5EF4-FFF2-40B4-BE49-F238E27FC236}">
                  <a16:creationId xmlns:a16="http://schemas.microsoft.com/office/drawing/2014/main" id="{4863A231-DCB0-5E78-F3BC-F172DE3122E2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1443605" y="1413364"/>
              <a:ext cx="900000" cy="900000"/>
            </a:xfrm>
            <a:prstGeom prst="rect">
              <a:avLst/>
            </a:prstGeom>
          </p:spPr>
        </p:pic>
        <p:pic>
          <p:nvPicPr>
            <p:cNvPr id="23" name="Imagem 22">
              <a:extLst>
                <a:ext uri="{FF2B5EF4-FFF2-40B4-BE49-F238E27FC236}">
                  <a16:creationId xmlns:a16="http://schemas.microsoft.com/office/drawing/2014/main" id="{BB1A09C9-1899-64A0-288F-B4BC84FBE98D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2497324" y="2445749"/>
              <a:ext cx="900000" cy="900000"/>
            </a:xfrm>
            <a:prstGeom prst="rect">
              <a:avLst/>
            </a:prstGeom>
          </p:spPr>
        </p:pic>
        <p:pic>
          <p:nvPicPr>
            <p:cNvPr id="24" name="Imagem 23">
              <a:extLst>
                <a:ext uri="{FF2B5EF4-FFF2-40B4-BE49-F238E27FC236}">
                  <a16:creationId xmlns:a16="http://schemas.microsoft.com/office/drawing/2014/main" id="{97F17375-A8E5-749C-BD87-207DDAEFEEFC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2497324" y="1413364"/>
              <a:ext cx="900000" cy="900000"/>
            </a:xfrm>
            <a:prstGeom prst="rect">
              <a:avLst/>
            </a:prstGeom>
          </p:spPr>
        </p:pic>
      </p:grpSp>
      <p:pic>
        <p:nvPicPr>
          <p:cNvPr id="26" name="Imagem 25">
            <a:extLst>
              <a:ext uri="{FF2B5EF4-FFF2-40B4-BE49-F238E27FC236}">
                <a16:creationId xmlns:a16="http://schemas.microsoft.com/office/drawing/2014/main" id="{865B150B-933D-204B-631E-B20CA51922FF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303591" y="3299189"/>
            <a:ext cx="1260000" cy="1260000"/>
          </a:xfrm>
          <a:prstGeom prst="rect">
            <a:avLst/>
          </a:prstGeom>
        </p:spPr>
      </p:pic>
      <p:pic>
        <p:nvPicPr>
          <p:cNvPr id="28" name="Imagem 27">
            <a:extLst>
              <a:ext uri="{FF2B5EF4-FFF2-40B4-BE49-F238E27FC236}">
                <a16:creationId xmlns:a16="http://schemas.microsoft.com/office/drawing/2014/main" id="{E7DEE5E1-E727-D4EE-ADEB-FE951AA4667C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1675240" y="8586786"/>
            <a:ext cx="900000" cy="900000"/>
          </a:xfrm>
          <a:prstGeom prst="rect">
            <a:avLst/>
          </a:prstGeom>
        </p:spPr>
      </p:pic>
      <p:sp>
        <p:nvSpPr>
          <p:cNvPr id="30" name="Retângulo 29">
            <a:extLst>
              <a:ext uri="{FF2B5EF4-FFF2-40B4-BE49-F238E27FC236}">
                <a16:creationId xmlns:a16="http://schemas.microsoft.com/office/drawing/2014/main" id="{FD4F12D5-BA77-6CF1-092D-4702BDE6E407}"/>
              </a:ext>
            </a:extLst>
          </p:cNvPr>
          <p:cNvSpPr/>
          <p:nvPr/>
        </p:nvSpPr>
        <p:spPr>
          <a:xfrm>
            <a:off x="533400" y="2443566"/>
            <a:ext cx="3592873" cy="1280351"/>
          </a:xfrm>
          <a:prstGeom prst="rect">
            <a:avLst/>
          </a:prstGeom>
          <a:noFill/>
        </p:spPr>
        <p:txBody>
          <a:bodyPr wrap="square" lIns="170688" tIns="85344" rIns="170688" bIns="85344">
            <a:spAutoFit/>
          </a:bodyPr>
          <a:lstStyle/>
          <a:p>
            <a:pPr algn="ctr"/>
            <a:r>
              <a:rPr lang="pt-PT" sz="24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Durante uma catástrofe, há quem precise de abrigo</a:t>
            </a:r>
          </a:p>
        </p:txBody>
      </p:sp>
      <p:pic>
        <p:nvPicPr>
          <p:cNvPr id="39" name="Picture 4" descr="Sql server Icons - Iconshock">
            <a:extLst>
              <a:ext uri="{FF2B5EF4-FFF2-40B4-BE49-F238E27FC236}">
                <a16:creationId xmlns:a16="http://schemas.microsoft.com/office/drawing/2014/main" id="{0DEC6F36-E9B9-65C0-1AF9-509964B1817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8542" y="8287748"/>
            <a:ext cx="1032469" cy="103246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6" name="Agrupar 15">
            <a:extLst>
              <a:ext uri="{FF2B5EF4-FFF2-40B4-BE49-F238E27FC236}">
                <a16:creationId xmlns:a16="http://schemas.microsoft.com/office/drawing/2014/main" id="{746AB186-DF33-0303-962A-3298B4578423}"/>
              </a:ext>
            </a:extLst>
          </p:cNvPr>
          <p:cNvGrpSpPr>
            <a:grpSpLocks noChangeAspect="1"/>
          </p:cNvGrpSpPr>
          <p:nvPr/>
        </p:nvGrpSpPr>
        <p:grpSpPr>
          <a:xfrm>
            <a:off x="50691" y="5360218"/>
            <a:ext cx="2588579" cy="1800000"/>
            <a:chOff x="1330476" y="6556362"/>
            <a:chExt cx="3939831" cy="2739602"/>
          </a:xfrm>
        </p:grpSpPr>
        <p:pic>
          <p:nvPicPr>
            <p:cNvPr id="40" name="Picture 10">
              <a:extLst>
                <a:ext uri="{FF2B5EF4-FFF2-40B4-BE49-F238E27FC236}">
                  <a16:creationId xmlns:a16="http://schemas.microsoft.com/office/drawing/2014/main" id="{98130F82-0255-37E9-E299-8EF95AAB545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670422" y="6695181"/>
              <a:ext cx="3259940" cy="83943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41" name="Picture 20" descr="Kotlin Logo PNG Transparent &amp; SVG Vector - Freebie Supply">
              <a:extLst>
                <a:ext uri="{FF2B5EF4-FFF2-40B4-BE49-F238E27FC236}">
                  <a16:creationId xmlns:a16="http://schemas.microsoft.com/office/drawing/2014/main" id="{DE16241E-90B7-FD5B-A96A-4B9D57C72EF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399778" y="7300477"/>
              <a:ext cx="1800371" cy="135027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42" name="Picture 26" descr="Understanding JSON Web Tokens (JWT) for Secure Information Sharing | by  Safdar Ali | Medium">
              <a:extLst>
                <a:ext uri="{FF2B5EF4-FFF2-40B4-BE49-F238E27FC236}">
                  <a16:creationId xmlns:a16="http://schemas.microsoft.com/office/drawing/2014/main" id="{FB47DB45-E073-2300-063E-7DA0AE45AD2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506635" y="8294212"/>
              <a:ext cx="1587507" cy="66675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43" name="Retângulo: Cantos Arredondados 42">
              <a:extLst>
                <a:ext uri="{FF2B5EF4-FFF2-40B4-BE49-F238E27FC236}">
                  <a16:creationId xmlns:a16="http://schemas.microsoft.com/office/drawing/2014/main" id="{74942822-C468-6E2B-8854-CFE390FE5BB8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330476" y="6556362"/>
              <a:ext cx="3939831" cy="2739602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sz="3360"/>
            </a:p>
          </p:txBody>
        </p:sp>
      </p:grpSp>
      <p:sp>
        <p:nvSpPr>
          <p:cNvPr id="45" name="Retângulo: Cantos Arredondados 44">
            <a:extLst>
              <a:ext uri="{FF2B5EF4-FFF2-40B4-BE49-F238E27FC236}">
                <a16:creationId xmlns:a16="http://schemas.microsoft.com/office/drawing/2014/main" id="{741AE446-41BA-55B8-9029-B0241BAF55E7}"/>
              </a:ext>
            </a:extLst>
          </p:cNvPr>
          <p:cNvSpPr>
            <a:spLocks noChangeAspect="1"/>
          </p:cNvSpPr>
          <p:nvPr/>
        </p:nvSpPr>
        <p:spPr>
          <a:xfrm>
            <a:off x="20767" y="8166228"/>
            <a:ext cx="1408021" cy="1383469"/>
          </a:xfrm>
          <a:prstGeom prst="round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 sz="3360"/>
          </a:p>
        </p:txBody>
      </p:sp>
      <p:pic>
        <p:nvPicPr>
          <p:cNvPr id="49" name="Picture 42" descr="Cloud Icon PNGs for Free Download">
            <a:extLst>
              <a:ext uri="{FF2B5EF4-FFF2-40B4-BE49-F238E27FC236}">
                <a16:creationId xmlns:a16="http://schemas.microsoft.com/office/drawing/2014/main" id="{57834FB8-529E-556C-9346-C399AA7FA1A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79040" y="7320997"/>
            <a:ext cx="1854551" cy="10303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1" name="Retângulo 50">
            <a:extLst>
              <a:ext uri="{FF2B5EF4-FFF2-40B4-BE49-F238E27FC236}">
                <a16:creationId xmlns:a16="http://schemas.microsoft.com/office/drawing/2014/main" id="{5B67453C-A53D-7037-96CE-3DCF4D329B13}"/>
              </a:ext>
            </a:extLst>
          </p:cNvPr>
          <p:cNvSpPr>
            <a:spLocks noChangeAspect="1"/>
          </p:cNvSpPr>
          <p:nvPr/>
        </p:nvSpPr>
        <p:spPr>
          <a:xfrm rot="21174172">
            <a:off x="-964532" y="16857007"/>
            <a:ext cx="5939679" cy="746808"/>
          </a:xfrm>
          <a:prstGeom prst="rect">
            <a:avLst/>
          </a:prstGeom>
          <a:noFill/>
        </p:spPr>
        <p:txBody>
          <a:bodyPr wrap="square" lIns="170688" tIns="85344" rIns="170688" bIns="85344">
            <a:spAutoFit/>
          </a:bodyPr>
          <a:lstStyle/>
          <a:p>
            <a:pPr algn="ctr"/>
            <a:r>
              <a:rPr lang="pt-PT" sz="3733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Web App</a:t>
            </a:r>
          </a:p>
        </p:txBody>
      </p:sp>
      <p:pic>
        <p:nvPicPr>
          <p:cNvPr id="81" name="Imagem 80">
            <a:extLst>
              <a:ext uri="{FF2B5EF4-FFF2-40B4-BE49-F238E27FC236}">
                <a16:creationId xmlns:a16="http://schemas.microsoft.com/office/drawing/2014/main" id="{4C9B79F3-B052-1CC1-BE53-97674DEBEEC6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 flipH="1">
            <a:off x="8373808" y="5155471"/>
            <a:ext cx="1034851" cy="1034851"/>
          </a:xfrm>
          <a:prstGeom prst="rect">
            <a:avLst/>
          </a:prstGeom>
        </p:spPr>
      </p:pic>
      <p:pic>
        <p:nvPicPr>
          <p:cNvPr id="1026" name="Picture 2">
            <a:extLst>
              <a:ext uri="{FF2B5EF4-FFF2-40B4-BE49-F238E27FC236}">
                <a16:creationId xmlns:a16="http://schemas.microsoft.com/office/drawing/2014/main" id="{85729812-277E-F251-4477-A0E7524ED3E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83645" y="-311652"/>
            <a:ext cx="4293190" cy="16198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3" name="Imagem 12">
            <a:extLst>
              <a:ext uri="{FF2B5EF4-FFF2-40B4-BE49-F238E27FC236}">
                <a16:creationId xmlns:a16="http://schemas.microsoft.com/office/drawing/2014/main" id="{61BCDE93-367D-08F5-3856-5C7B60D3DE26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879841" y="8586786"/>
            <a:ext cx="900000" cy="900000"/>
          </a:xfrm>
          <a:prstGeom prst="rect">
            <a:avLst/>
          </a:prstGeom>
        </p:spPr>
      </p:pic>
      <p:pic>
        <p:nvPicPr>
          <p:cNvPr id="14" name="Imagem 13">
            <a:extLst>
              <a:ext uri="{FF2B5EF4-FFF2-40B4-BE49-F238E27FC236}">
                <a16:creationId xmlns:a16="http://schemas.microsoft.com/office/drawing/2014/main" id="{CAF74DB4-386A-0E69-2F21-2E547C80D19E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779841" y="8586786"/>
            <a:ext cx="900000" cy="900000"/>
          </a:xfrm>
          <a:prstGeom prst="rect">
            <a:avLst/>
          </a:prstGeom>
        </p:spPr>
      </p:pic>
      <p:pic>
        <p:nvPicPr>
          <p:cNvPr id="59" name="Imagem 58">
            <a:extLst>
              <a:ext uri="{FF2B5EF4-FFF2-40B4-BE49-F238E27FC236}">
                <a16:creationId xmlns:a16="http://schemas.microsoft.com/office/drawing/2014/main" id="{1079A844-7603-4F1F-4D93-5179B57F9786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 flipH="1">
            <a:off x="9462055" y="6916284"/>
            <a:ext cx="1034851" cy="1034851"/>
          </a:xfrm>
          <a:prstGeom prst="rect">
            <a:avLst/>
          </a:prstGeom>
        </p:spPr>
      </p:pic>
      <p:cxnSp>
        <p:nvCxnSpPr>
          <p:cNvPr id="65" name="Conexão: Ângulo Reto 64">
            <a:extLst>
              <a:ext uri="{FF2B5EF4-FFF2-40B4-BE49-F238E27FC236}">
                <a16:creationId xmlns:a16="http://schemas.microsoft.com/office/drawing/2014/main" id="{8E28ACB0-BC01-FDB9-4824-F8FAEA2648E3}"/>
              </a:ext>
            </a:extLst>
          </p:cNvPr>
          <p:cNvCxnSpPr>
            <a:cxnSpLocks/>
            <a:stCxn id="1028" idx="1"/>
            <a:endCxn id="49" idx="0"/>
          </p:cNvCxnSpPr>
          <p:nvPr/>
        </p:nvCxnSpPr>
        <p:spPr>
          <a:xfrm rot="10800000" flipV="1">
            <a:off x="4006317" y="6050271"/>
            <a:ext cx="2005991" cy="1270725"/>
          </a:xfrm>
          <a:prstGeom prst="bentConnector2">
            <a:avLst/>
          </a:prstGeom>
          <a:ln w="19050" cap="flat" cmpd="sng" algn="ctr">
            <a:solidFill>
              <a:srgbClr val="FF0000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pic>
        <p:nvPicPr>
          <p:cNvPr id="67" name="Picture 4" descr="Sem wi-fi - ícones de computador grátis">
            <a:extLst>
              <a:ext uri="{FF2B5EF4-FFF2-40B4-BE49-F238E27FC236}">
                <a16:creationId xmlns:a16="http://schemas.microsoft.com/office/drawing/2014/main" id="{0B33DE64-C1E2-5E30-353F-CBCB7669540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52471" y="5786619"/>
            <a:ext cx="527304" cy="5273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70" name="Conexão: Ângulo Reto 69">
            <a:extLst>
              <a:ext uri="{FF2B5EF4-FFF2-40B4-BE49-F238E27FC236}">
                <a16:creationId xmlns:a16="http://schemas.microsoft.com/office/drawing/2014/main" id="{F9A7A067-406D-6F98-EB7F-2FFDF7B0A193}"/>
              </a:ext>
            </a:extLst>
          </p:cNvPr>
          <p:cNvCxnSpPr>
            <a:cxnSpLocks/>
            <a:stCxn id="49" idx="1"/>
            <a:endCxn id="43" idx="3"/>
          </p:cNvCxnSpPr>
          <p:nvPr/>
        </p:nvCxnSpPr>
        <p:spPr>
          <a:xfrm rot="10800000">
            <a:off x="2639270" y="6260218"/>
            <a:ext cx="439770" cy="1575932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Retângulo 1">
            <a:extLst>
              <a:ext uri="{FF2B5EF4-FFF2-40B4-BE49-F238E27FC236}">
                <a16:creationId xmlns:a16="http://schemas.microsoft.com/office/drawing/2014/main" id="{F5A5F829-4DDA-5D59-EB25-27A4B09F4109}"/>
              </a:ext>
            </a:extLst>
          </p:cNvPr>
          <p:cNvSpPr/>
          <p:nvPr/>
        </p:nvSpPr>
        <p:spPr>
          <a:xfrm>
            <a:off x="8854385" y="8996376"/>
            <a:ext cx="1249001" cy="603242"/>
          </a:xfrm>
          <a:prstGeom prst="rect">
            <a:avLst/>
          </a:prstGeom>
          <a:noFill/>
        </p:spPr>
        <p:txBody>
          <a:bodyPr wrap="square" lIns="170688" tIns="85344" rIns="170688" bIns="85344">
            <a:spAutoFit/>
          </a:bodyPr>
          <a:lstStyle/>
          <a:p>
            <a:pPr algn="ctr"/>
            <a:r>
              <a:rPr lang="pt-PT" sz="28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ZCAP</a:t>
            </a:r>
          </a:p>
        </p:txBody>
      </p:sp>
      <p:sp>
        <p:nvSpPr>
          <p:cNvPr id="3" name="Retângulo 2">
            <a:extLst>
              <a:ext uri="{FF2B5EF4-FFF2-40B4-BE49-F238E27FC236}">
                <a16:creationId xmlns:a16="http://schemas.microsoft.com/office/drawing/2014/main" id="{F74EA2A5-6704-CEA4-B556-DD93CECA50E1}"/>
              </a:ext>
            </a:extLst>
          </p:cNvPr>
          <p:cNvSpPr/>
          <p:nvPr/>
        </p:nvSpPr>
        <p:spPr>
          <a:xfrm>
            <a:off x="1616563" y="8753484"/>
            <a:ext cx="6071938" cy="941796"/>
          </a:xfrm>
          <a:prstGeom prst="rect">
            <a:avLst/>
          </a:prstGeom>
          <a:noFill/>
        </p:spPr>
        <p:txBody>
          <a:bodyPr wrap="square" lIns="170688" tIns="85344" rIns="170688" bIns="85344">
            <a:spAutoFit/>
          </a:bodyPr>
          <a:lstStyle/>
          <a:p>
            <a:r>
              <a:rPr lang="pt-PT" sz="1600" b="1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Disciplina: </a:t>
            </a:r>
            <a:r>
              <a:rPr lang="pt-PT" sz="16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Projeto e Seminário – Semestre Verão 2024/25</a:t>
            </a:r>
            <a:endParaRPr lang="pt-PT" sz="1600" b="1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  <a:p>
            <a:r>
              <a:rPr lang="pt-PT" sz="1600" b="1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Autores:</a:t>
            </a:r>
            <a:r>
              <a:rPr lang="pt-PT" sz="16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 Luis Alves, Gonçalo Dimas</a:t>
            </a:r>
          </a:p>
          <a:p>
            <a:r>
              <a:rPr lang="pt-PT" sz="1600" b="1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Orientadores:</a:t>
            </a:r>
            <a:r>
              <a:rPr lang="pt-PT" sz="16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 Prof. Artur Ferreira, Prof. André Lourenço</a:t>
            </a:r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CCB85758-DBD1-60B2-6349-ED28F4253D37}"/>
              </a:ext>
            </a:extLst>
          </p:cNvPr>
          <p:cNvSpPr txBox="1"/>
          <p:nvPr/>
        </p:nvSpPr>
        <p:spPr>
          <a:xfrm>
            <a:off x="5460642" y="1530524"/>
            <a:ext cx="734095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PT" sz="2000" dirty="0"/>
              <a:t>Sistema integrado de gestão de</a:t>
            </a:r>
          </a:p>
          <a:p>
            <a:pPr algn="ctr"/>
            <a:r>
              <a:rPr lang="pt-PT" sz="2000" b="1" u="sng" dirty="0"/>
              <a:t>Z</a:t>
            </a:r>
            <a:r>
              <a:rPr lang="pt-PT" sz="2000" u="sng" dirty="0"/>
              <a:t>onas de </a:t>
            </a:r>
            <a:r>
              <a:rPr lang="pt-PT" sz="2000" b="1" u="sng" dirty="0"/>
              <a:t>C</a:t>
            </a:r>
            <a:r>
              <a:rPr lang="pt-PT" sz="2000" u="sng" dirty="0"/>
              <a:t>oncentração e </a:t>
            </a:r>
            <a:r>
              <a:rPr lang="pt-PT" sz="2000" b="1" u="sng" dirty="0"/>
              <a:t>A</a:t>
            </a:r>
            <a:r>
              <a:rPr lang="pt-PT" sz="2000" u="sng" dirty="0"/>
              <a:t>poio à </a:t>
            </a:r>
            <a:r>
              <a:rPr lang="pt-PT" sz="2000" b="1" u="sng" dirty="0"/>
              <a:t>P</a:t>
            </a:r>
            <a:r>
              <a:rPr lang="pt-PT" sz="2000" u="sng" dirty="0"/>
              <a:t>opulação</a:t>
            </a:r>
          </a:p>
        </p:txBody>
      </p: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06C6D1D7-D68B-3AAD-10AC-E55A6DF844B7}"/>
              </a:ext>
            </a:extLst>
          </p:cNvPr>
          <p:cNvSpPr txBox="1"/>
          <p:nvPr/>
        </p:nvSpPr>
        <p:spPr>
          <a:xfrm>
            <a:off x="6472695" y="2394423"/>
            <a:ext cx="58961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pt-PT" dirty="0"/>
              <a:t>Gestão de edifícios de apoio (ZCAP)</a:t>
            </a:r>
          </a:p>
        </p:txBody>
      </p:sp>
      <p:sp>
        <p:nvSpPr>
          <p:cNvPr id="15" name="CaixaDeTexto 14">
            <a:extLst>
              <a:ext uri="{FF2B5EF4-FFF2-40B4-BE49-F238E27FC236}">
                <a16:creationId xmlns:a16="http://schemas.microsoft.com/office/drawing/2014/main" id="{B47A261B-78C4-7564-C19C-0C9F2B4CE60C}"/>
              </a:ext>
            </a:extLst>
          </p:cNvPr>
          <p:cNvSpPr txBox="1"/>
          <p:nvPr/>
        </p:nvSpPr>
        <p:spPr>
          <a:xfrm>
            <a:off x="6905408" y="2809465"/>
            <a:ext cx="58961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pt-PT" dirty="0"/>
              <a:t>Ativação em situação de catástrofe</a:t>
            </a:r>
          </a:p>
        </p:txBody>
      </p:sp>
      <p:sp>
        <p:nvSpPr>
          <p:cNvPr id="17" name="CaixaDeTexto 16">
            <a:extLst>
              <a:ext uri="{FF2B5EF4-FFF2-40B4-BE49-F238E27FC236}">
                <a16:creationId xmlns:a16="http://schemas.microsoft.com/office/drawing/2014/main" id="{FE380378-F3CD-F11B-C4E9-C446F9300EA4}"/>
              </a:ext>
            </a:extLst>
          </p:cNvPr>
          <p:cNvSpPr txBox="1"/>
          <p:nvPr/>
        </p:nvSpPr>
        <p:spPr>
          <a:xfrm>
            <a:off x="7482493" y="3258704"/>
            <a:ext cx="558148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pt-PT" dirty="0"/>
              <a:t>Registo e abrigo de utentes com necessidades de apoio</a:t>
            </a:r>
          </a:p>
        </p:txBody>
      </p:sp>
      <p:sp>
        <p:nvSpPr>
          <p:cNvPr id="18" name="CaixaDeTexto 17">
            <a:extLst>
              <a:ext uri="{FF2B5EF4-FFF2-40B4-BE49-F238E27FC236}">
                <a16:creationId xmlns:a16="http://schemas.microsoft.com/office/drawing/2014/main" id="{19FF94DE-B477-CFAD-26FB-0B98043FA4CD}"/>
              </a:ext>
            </a:extLst>
          </p:cNvPr>
          <p:cNvSpPr txBox="1"/>
          <p:nvPr/>
        </p:nvSpPr>
        <p:spPr>
          <a:xfrm>
            <a:off x="8407216" y="3942128"/>
            <a:ext cx="439438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pt-PT" dirty="0"/>
              <a:t>Modo de funcionamento autónomo (offline-</a:t>
            </a:r>
            <a:r>
              <a:rPr lang="pt-PT" dirty="0" err="1"/>
              <a:t>first</a:t>
            </a:r>
            <a:r>
              <a:rPr lang="pt-PT" dirty="0"/>
              <a:t>)</a:t>
            </a:r>
          </a:p>
        </p:txBody>
      </p:sp>
      <p:sp>
        <p:nvSpPr>
          <p:cNvPr id="20" name="CaixaDeTexto 19">
            <a:extLst>
              <a:ext uri="{FF2B5EF4-FFF2-40B4-BE49-F238E27FC236}">
                <a16:creationId xmlns:a16="http://schemas.microsoft.com/office/drawing/2014/main" id="{CCF427CA-4BD9-5A28-6585-017BD27A6065}"/>
              </a:ext>
            </a:extLst>
          </p:cNvPr>
          <p:cNvSpPr txBox="1"/>
          <p:nvPr/>
        </p:nvSpPr>
        <p:spPr>
          <a:xfrm>
            <a:off x="9281348" y="4673328"/>
            <a:ext cx="410423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pt-PT" dirty="0"/>
              <a:t>Sincronização após restauro da conectividade</a:t>
            </a:r>
          </a:p>
        </p:txBody>
      </p:sp>
      <p:cxnSp>
        <p:nvCxnSpPr>
          <p:cNvPr id="25" name="Conexão reta unidirecional 24">
            <a:extLst>
              <a:ext uri="{FF2B5EF4-FFF2-40B4-BE49-F238E27FC236}">
                <a16:creationId xmlns:a16="http://schemas.microsoft.com/office/drawing/2014/main" id="{87D4E70B-0458-EB57-5471-89BFA80E9600}"/>
              </a:ext>
            </a:extLst>
          </p:cNvPr>
          <p:cNvCxnSpPr>
            <a:cxnSpLocks/>
            <a:stCxn id="45" idx="0"/>
          </p:cNvCxnSpPr>
          <p:nvPr/>
        </p:nvCxnSpPr>
        <p:spPr>
          <a:xfrm flipV="1">
            <a:off x="724778" y="7182507"/>
            <a:ext cx="0" cy="983721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etângulo 33">
            <a:extLst>
              <a:ext uri="{FF2B5EF4-FFF2-40B4-BE49-F238E27FC236}">
                <a16:creationId xmlns:a16="http://schemas.microsoft.com/office/drawing/2014/main" id="{8D755799-31E7-D688-9E5C-CED06BE65BBD}"/>
              </a:ext>
            </a:extLst>
          </p:cNvPr>
          <p:cNvSpPr/>
          <p:nvPr/>
        </p:nvSpPr>
        <p:spPr>
          <a:xfrm rot="2280000">
            <a:off x="1139609" y="6759046"/>
            <a:ext cx="8535792" cy="541687"/>
          </a:xfrm>
          <a:prstGeom prst="rect">
            <a:avLst/>
          </a:prstGeom>
          <a:noFill/>
        </p:spPr>
        <p:txBody>
          <a:bodyPr wrap="square" lIns="170688" tIns="85344" rIns="170688" bIns="85344">
            <a:spAutoFit/>
          </a:bodyPr>
          <a:lstStyle/>
          <a:p>
            <a:pPr algn="ctr"/>
            <a:r>
              <a:rPr lang="pt-PT" sz="24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Registo do incidente, espaços utilizados e pessoas apoiadas</a:t>
            </a:r>
          </a:p>
        </p:txBody>
      </p:sp>
      <p:cxnSp>
        <p:nvCxnSpPr>
          <p:cNvPr id="44" name="Conexão reta unidirecional 43">
            <a:extLst>
              <a:ext uri="{FF2B5EF4-FFF2-40B4-BE49-F238E27FC236}">
                <a16:creationId xmlns:a16="http://schemas.microsoft.com/office/drawing/2014/main" id="{5FC73BAC-6072-3239-2AFE-62A1B72E2EA6}"/>
              </a:ext>
            </a:extLst>
          </p:cNvPr>
          <p:cNvCxnSpPr>
            <a:cxnSpLocks/>
            <a:stCxn id="49" idx="3"/>
            <a:endCxn id="73" idx="1"/>
          </p:cNvCxnSpPr>
          <p:nvPr/>
        </p:nvCxnSpPr>
        <p:spPr>
          <a:xfrm flipV="1">
            <a:off x="4933591" y="7804194"/>
            <a:ext cx="2464752" cy="31956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64" name="Agrupar 63">
            <a:extLst>
              <a:ext uri="{FF2B5EF4-FFF2-40B4-BE49-F238E27FC236}">
                <a16:creationId xmlns:a16="http://schemas.microsoft.com/office/drawing/2014/main" id="{010D781A-C732-50A0-166E-FCD41A3DA418}"/>
              </a:ext>
            </a:extLst>
          </p:cNvPr>
          <p:cNvGrpSpPr/>
          <p:nvPr/>
        </p:nvGrpSpPr>
        <p:grpSpPr>
          <a:xfrm>
            <a:off x="5563591" y="4885156"/>
            <a:ext cx="2480335" cy="1510870"/>
            <a:chOff x="5563591" y="4885156"/>
            <a:chExt cx="2480335" cy="1510870"/>
          </a:xfrm>
        </p:grpSpPr>
        <p:pic>
          <p:nvPicPr>
            <p:cNvPr id="32" name="Imagem 31">
              <a:extLst>
                <a:ext uri="{FF2B5EF4-FFF2-40B4-BE49-F238E27FC236}">
                  <a16:creationId xmlns:a16="http://schemas.microsoft.com/office/drawing/2014/main" id="{A12C46B5-4204-4699-CE2F-1F6729896B89}"/>
                </a:ext>
              </a:extLst>
            </p:cNvPr>
            <p:cNvPicPr>
              <a:picLocks noChangeAspect="1"/>
            </p:cNvPicPr>
            <p:nvPr/>
          </p:nvPicPr>
          <p:blipFill>
            <a:blip r:embed="rId19"/>
            <a:stretch>
              <a:fillRect/>
            </a:stretch>
          </p:blipFill>
          <p:spPr>
            <a:xfrm>
              <a:off x="6905911" y="5195409"/>
              <a:ext cx="1005937" cy="1004112"/>
            </a:xfrm>
            <a:prstGeom prst="rect">
              <a:avLst/>
            </a:prstGeom>
          </p:spPr>
        </p:pic>
        <p:sp>
          <p:nvSpPr>
            <p:cNvPr id="50" name="Retângulo: Cantos Arredondados 49">
              <a:extLst>
                <a:ext uri="{FF2B5EF4-FFF2-40B4-BE49-F238E27FC236}">
                  <a16:creationId xmlns:a16="http://schemas.microsoft.com/office/drawing/2014/main" id="{9DDCD3F7-774F-A5B4-049E-2B06141F29E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563591" y="4949768"/>
              <a:ext cx="2480335" cy="1446258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sz="3360"/>
            </a:p>
          </p:txBody>
        </p:sp>
        <p:pic>
          <p:nvPicPr>
            <p:cNvPr id="53" name="Picture 8" descr="Brand">
              <a:extLst>
                <a:ext uri="{FF2B5EF4-FFF2-40B4-BE49-F238E27FC236}">
                  <a16:creationId xmlns:a16="http://schemas.microsoft.com/office/drawing/2014/main" id="{87490074-7EB9-04A9-D47E-D59737DEC23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681832" y="5030578"/>
              <a:ext cx="480564" cy="69933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28" name="Picture 4" descr="Database icon - Free download on Iconfinder">
              <a:extLst>
                <a:ext uri="{FF2B5EF4-FFF2-40B4-BE49-F238E27FC236}">
                  <a16:creationId xmlns:a16="http://schemas.microsoft.com/office/drawing/2014/main" id="{B9DE51CD-1C46-DA3A-3412-7B5D08A8EF2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012307" y="5810127"/>
              <a:ext cx="480289" cy="48028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63" name="Picture 4" descr="Windows Logo PNGs for Free Download">
              <a:extLst>
                <a:ext uri="{FF2B5EF4-FFF2-40B4-BE49-F238E27FC236}">
                  <a16:creationId xmlns:a16="http://schemas.microsoft.com/office/drawing/2014/main" id="{87F71EEC-E133-330D-DD57-C24962DE9AA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999465" y="4885156"/>
              <a:ext cx="1004242" cy="100424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66" name="Agrupar 65">
            <a:extLst>
              <a:ext uri="{FF2B5EF4-FFF2-40B4-BE49-F238E27FC236}">
                <a16:creationId xmlns:a16="http://schemas.microsoft.com/office/drawing/2014/main" id="{C55D5642-9E37-129E-7E68-E9E277C48F50}"/>
              </a:ext>
            </a:extLst>
          </p:cNvPr>
          <p:cNvGrpSpPr/>
          <p:nvPr/>
        </p:nvGrpSpPr>
        <p:grpSpPr>
          <a:xfrm>
            <a:off x="6949627" y="6639078"/>
            <a:ext cx="2480335" cy="1510870"/>
            <a:chOff x="5563591" y="4885156"/>
            <a:chExt cx="2480335" cy="1510870"/>
          </a:xfrm>
        </p:grpSpPr>
        <p:pic>
          <p:nvPicPr>
            <p:cNvPr id="68" name="Imagem 67">
              <a:extLst>
                <a:ext uri="{FF2B5EF4-FFF2-40B4-BE49-F238E27FC236}">
                  <a16:creationId xmlns:a16="http://schemas.microsoft.com/office/drawing/2014/main" id="{102819F9-37DE-D87F-558B-CD45E0261B53}"/>
                </a:ext>
              </a:extLst>
            </p:cNvPr>
            <p:cNvPicPr>
              <a:picLocks noChangeAspect="1"/>
            </p:cNvPicPr>
            <p:nvPr/>
          </p:nvPicPr>
          <p:blipFill>
            <a:blip r:embed="rId19"/>
            <a:stretch>
              <a:fillRect/>
            </a:stretch>
          </p:blipFill>
          <p:spPr>
            <a:xfrm>
              <a:off x="6905911" y="5195409"/>
              <a:ext cx="1005937" cy="1004112"/>
            </a:xfrm>
            <a:prstGeom prst="rect">
              <a:avLst/>
            </a:prstGeom>
          </p:spPr>
        </p:pic>
        <p:sp>
          <p:nvSpPr>
            <p:cNvPr id="71" name="Retângulo: Cantos Arredondados 70">
              <a:extLst>
                <a:ext uri="{FF2B5EF4-FFF2-40B4-BE49-F238E27FC236}">
                  <a16:creationId xmlns:a16="http://schemas.microsoft.com/office/drawing/2014/main" id="{7E72C44E-418F-6CC6-787B-FA7B4E21A6B7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563591" y="4949768"/>
              <a:ext cx="2480335" cy="1446258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sz="3360"/>
            </a:p>
          </p:txBody>
        </p:sp>
        <p:pic>
          <p:nvPicPr>
            <p:cNvPr id="72" name="Picture 8" descr="Brand">
              <a:extLst>
                <a:ext uri="{FF2B5EF4-FFF2-40B4-BE49-F238E27FC236}">
                  <a16:creationId xmlns:a16="http://schemas.microsoft.com/office/drawing/2014/main" id="{1133147E-810A-96C3-E0CD-14AD4495865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681832" y="5030578"/>
              <a:ext cx="480564" cy="69933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73" name="Picture 4" descr="Database icon - Free download on Iconfinder">
              <a:extLst>
                <a:ext uri="{FF2B5EF4-FFF2-40B4-BE49-F238E27FC236}">
                  <a16:creationId xmlns:a16="http://schemas.microsoft.com/office/drawing/2014/main" id="{76A28D61-5921-FF1E-CCD6-59EE8275A8A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012307" y="5810127"/>
              <a:ext cx="480289" cy="48028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74" name="Picture 4" descr="Windows Logo PNGs for Free Download">
              <a:extLst>
                <a:ext uri="{FF2B5EF4-FFF2-40B4-BE49-F238E27FC236}">
                  <a16:creationId xmlns:a16="http://schemas.microsoft.com/office/drawing/2014/main" id="{F5FE7A7F-A1BF-7088-302F-32EB14ECC1A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999465" y="4885156"/>
              <a:ext cx="1004242" cy="100424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76" name="CaixaDeTexto 75">
            <a:extLst>
              <a:ext uri="{FF2B5EF4-FFF2-40B4-BE49-F238E27FC236}">
                <a16:creationId xmlns:a16="http://schemas.microsoft.com/office/drawing/2014/main" id="{7F395D72-CDC5-D5AF-F92B-DFAFD8B92370}"/>
              </a:ext>
            </a:extLst>
          </p:cNvPr>
          <p:cNvSpPr txBox="1"/>
          <p:nvPr/>
        </p:nvSpPr>
        <p:spPr>
          <a:xfrm>
            <a:off x="8854384" y="821304"/>
            <a:ext cx="3947215" cy="2672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PT" sz="1100" dirty="0"/>
              <a:t>Licenciatura em Engenharia Informática e de Computadores</a:t>
            </a:r>
            <a:endParaRPr lang="pt-PT" sz="1100" u="sng" dirty="0"/>
          </a:p>
        </p:txBody>
      </p:sp>
    </p:spTree>
    <p:extLst>
      <p:ext uri="{BB962C8B-B14F-4D97-AF65-F5344CB8AC3E}">
        <p14:creationId xmlns:p14="http://schemas.microsoft.com/office/powerpoint/2010/main" val="14420126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C35C6E-4BD8-FF24-55DC-595D564A95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tângulo 5">
            <a:extLst>
              <a:ext uri="{FF2B5EF4-FFF2-40B4-BE49-F238E27FC236}">
                <a16:creationId xmlns:a16="http://schemas.microsoft.com/office/drawing/2014/main" id="{1F3F9D38-D4D8-26EC-51F7-26354F5D2235}"/>
              </a:ext>
            </a:extLst>
          </p:cNvPr>
          <p:cNvSpPr/>
          <p:nvPr/>
        </p:nvSpPr>
        <p:spPr>
          <a:xfrm>
            <a:off x="0" y="-4600553"/>
            <a:ext cx="12801600" cy="2298001"/>
          </a:xfrm>
          <a:prstGeom prst="rect">
            <a:avLst/>
          </a:prstGeom>
          <a:noFill/>
        </p:spPr>
        <p:txBody>
          <a:bodyPr wrap="square" lIns="170688" tIns="85344" rIns="170688" bIns="85344">
            <a:spAutoFit/>
          </a:bodyPr>
          <a:lstStyle/>
          <a:p>
            <a:pPr algn="ctr"/>
            <a:r>
              <a:rPr lang="pt-PT" sz="7093" b="1" dirty="0" err="1">
                <a:ln w="0"/>
                <a:solidFill>
                  <a:schemeClr val="accent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ZCAPNet</a:t>
            </a:r>
            <a:endParaRPr lang="pt-PT" sz="7093" b="1" dirty="0">
              <a:ln w="0"/>
              <a:solidFill>
                <a:schemeClr val="accent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  <a:p>
            <a:pPr algn="ctr"/>
            <a:r>
              <a:rPr lang="pt-PT" sz="6720" dirty="0">
                <a:ln w="0"/>
                <a:solidFill>
                  <a:schemeClr val="accent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Sistema de apoio à Proteção Civil</a:t>
            </a:r>
          </a:p>
        </p:txBody>
      </p:sp>
      <p:sp>
        <p:nvSpPr>
          <p:cNvPr id="30" name="Retângulo 29">
            <a:extLst>
              <a:ext uri="{FF2B5EF4-FFF2-40B4-BE49-F238E27FC236}">
                <a16:creationId xmlns:a16="http://schemas.microsoft.com/office/drawing/2014/main" id="{8BD6E9D5-C4A9-FE92-05E5-620433B87C08}"/>
              </a:ext>
            </a:extLst>
          </p:cNvPr>
          <p:cNvSpPr/>
          <p:nvPr/>
        </p:nvSpPr>
        <p:spPr>
          <a:xfrm>
            <a:off x="700838" y="-1684904"/>
            <a:ext cx="11041203" cy="976549"/>
          </a:xfrm>
          <a:prstGeom prst="rect">
            <a:avLst/>
          </a:prstGeom>
          <a:noFill/>
        </p:spPr>
        <p:txBody>
          <a:bodyPr wrap="square" lIns="170688" tIns="85344" rIns="170688" bIns="85344">
            <a:spAutoFit/>
          </a:bodyPr>
          <a:lstStyle/>
          <a:p>
            <a:pPr algn="ctr"/>
            <a:r>
              <a:rPr lang="pt-PT" sz="5226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Cavolini" panose="020B0502040204020203" pitchFamily="66" charset="0"/>
                <a:cs typeface="Cavolini" panose="020B0502040204020203" pitchFamily="66" charset="0"/>
              </a:rPr>
              <a:t>Catástrofe! Podemos ajudar!</a:t>
            </a:r>
          </a:p>
        </p:txBody>
      </p:sp>
      <p:pic>
        <p:nvPicPr>
          <p:cNvPr id="32" name="Imagem 31">
            <a:extLst>
              <a:ext uri="{FF2B5EF4-FFF2-40B4-BE49-F238E27FC236}">
                <a16:creationId xmlns:a16="http://schemas.microsoft.com/office/drawing/2014/main" id="{91DFC186-6F0B-F6FF-D99F-B971F8BD664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9846978" y="7229798"/>
            <a:ext cx="1895065" cy="1895065"/>
          </a:xfrm>
          <a:prstGeom prst="rect">
            <a:avLst/>
          </a:prstGeom>
        </p:spPr>
      </p:pic>
      <p:pic>
        <p:nvPicPr>
          <p:cNvPr id="38" name="Imagem 37" descr="Uma imagem com texto, Tipo de letra, logótipo, Gráficos&#10;&#10;Os conteúdos gerados por IA poderão estar incorretos.">
            <a:extLst>
              <a:ext uri="{FF2B5EF4-FFF2-40B4-BE49-F238E27FC236}">
                <a16:creationId xmlns:a16="http://schemas.microsoft.com/office/drawing/2014/main" id="{C9CC1E6A-4015-7E51-5409-EFAEB26040D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5522837" y="5413160"/>
            <a:ext cx="3623773" cy="1500241"/>
          </a:xfrm>
          <a:prstGeom prst="rect">
            <a:avLst/>
          </a:prstGeom>
        </p:spPr>
      </p:pic>
      <p:pic>
        <p:nvPicPr>
          <p:cNvPr id="39" name="Picture 4" descr="Sql server Icons - Iconshock">
            <a:extLst>
              <a:ext uri="{FF2B5EF4-FFF2-40B4-BE49-F238E27FC236}">
                <a16:creationId xmlns:a16="http://schemas.microsoft.com/office/drawing/2014/main" id="{95DCADA3-51E9-50EC-4E2B-3A274228997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4806234" y="7817231"/>
            <a:ext cx="1344001" cy="1344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0" name="Picture 10">
            <a:extLst>
              <a:ext uri="{FF2B5EF4-FFF2-40B4-BE49-F238E27FC236}">
                <a16:creationId xmlns:a16="http://schemas.microsoft.com/office/drawing/2014/main" id="{5FAC111D-5A53-3D38-D414-80849978B0F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1694264" y="6900351"/>
            <a:ext cx="3259940" cy="8394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" name="Picture 20" descr="Kotlin Logo PNG Transparent &amp; SVG Vector - Freebie Supply">
            <a:extLst>
              <a:ext uri="{FF2B5EF4-FFF2-40B4-BE49-F238E27FC236}">
                <a16:creationId xmlns:a16="http://schemas.microsoft.com/office/drawing/2014/main" id="{ACCDA04E-E762-55E3-B9D7-400A9E84420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964908" y="7505647"/>
            <a:ext cx="1800371" cy="13502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2" name="Picture 26" descr="Understanding JSON Web Tokens (JWT) for Secure Information Sharing | by  Safdar Ali | Medium">
            <a:extLst>
              <a:ext uri="{FF2B5EF4-FFF2-40B4-BE49-F238E27FC236}">
                <a16:creationId xmlns:a16="http://schemas.microsoft.com/office/drawing/2014/main" id="{8DEC857F-4A62-AEE6-274D-F2BD69EA050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858051" y="8499382"/>
            <a:ext cx="1587507" cy="6667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3" name="Retângulo: Cantos Arredondados 42">
            <a:extLst>
              <a:ext uri="{FF2B5EF4-FFF2-40B4-BE49-F238E27FC236}">
                <a16:creationId xmlns:a16="http://schemas.microsoft.com/office/drawing/2014/main" id="{96CAABB0-7616-EABA-4F19-0027D49594F5}"/>
              </a:ext>
            </a:extLst>
          </p:cNvPr>
          <p:cNvSpPr/>
          <p:nvPr/>
        </p:nvSpPr>
        <p:spPr>
          <a:xfrm>
            <a:off x="-2034210" y="6761532"/>
            <a:ext cx="3939831" cy="2739602"/>
          </a:xfrm>
          <a:prstGeom prst="round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 sz="3360"/>
          </a:p>
        </p:txBody>
      </p:sp>
      <p:sp>
        <p:nvSpPr>
          <p:cNvPr id="44" name="Retângulo 43">
            <a:extLst>
              <a:ext uri="{FF2B5EF4-FFF2-40B4-BE49-F238E27FC236}">
                <a16:creationId xmlns:a16="http://schemas.microsoft.com/office/drawing/2014/main" id="{76AD0DCB-CD64-8B0F-124D-3C193544CAF0}"/>
              </a:ext>
            </a:extLst>
          </p:cNvPr>
          <p:cNvSpPr/>
          <p:nvPr/>
        </p:nvSpPr>
        <p:spPr>
          <a:xfrm>
            <a:off x="-2034214" y="5953488"/>
            <a:ext cx="3939831" cy="746808"/>
          </a:xfrm>
          <a:prstGeom prst="rect">
            <a:avLst/>
          </a:prstGeom>
          <a:noFill/>
        </p:spPr>
        <p:txBody>
          <a:bodyPr wrap="square" lIns="170688" tIns="85344" rIns="170688" bIns="85344">
            <a:spAutoFit/>
          </a:bodyPr>
          <a:lstStyle/>
          <a:p>
            <a:pPr algn="ctr"/>
            <a:r>
              <a:rPr lang="pt-PT" sz="3733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Web API</a:t>
            </a:r>
          </a:p>
        </p:txBody>
      </p:sp>
      <p:sp>
        <p:nvSpPr>
          <p:cNvPr id="45" name="Retângulo: Cantos Arredondados 44">
            <a:extLst>
              <a:ext uri="{FF2B5EF4-FFF2-40B4-BE49-F238E27FC236}">
                <a16:creationId xmlns:a16="http://schemas.microsoft.com/office/drawing/2014/main" id="{92FF47B5-2F80-3742-6908-D9621B2F173B}"/>
              </a:ext>
            </a:extLst>
          </p:cNvPr>
          <p:cNvSpPr/>
          <p:nvPr/>
        </p:nvSpPr>
        <p:spPr>
          <a:xfrm>
            <a:off x="-5164097" y="7477323"/>
            <a:ext cx="2059727" cy="2023811"/>
          </a:xfrm>
          <a:prstGeom prst="round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 sz="3360"/>
          </a:p>
        </p:txBody>
      </p:sp>
      <p:sp>
        <p:nvSpPr>
          <p:cNvPr id="46" name="Retângulo 45">
            <a:extLst>
              <a:ext uri="{FF2B5EF4-FFF2-40B4-BE49-F238E27FC236}">
                <a16:creationId xmlns:a16="http://schemas.microsoft.com/office/drawing/2014/main" id="{CA84A212-C88D-B2EE-88D3-F27A6131E37B}"/>
              </a:ext>
            </a:extLst>
          </p:cNvPr>
          <p:cNvSpPr/>
          <p:nvPr/>
        </p:nvSpPr>
        <p:spPr>
          <a:xfrm>
            <a:off x="-5354848" y="6860258"/>
            <a:ext cx="2430951" cy="746808"/>
          </a:xfrm>
          <a:prstGeom prst="rect">
            <a:avLst/>
          </a:prstGeom>
          <a:noFill/>
        </p:spPr>
        <p:txBody>
          <a:bodyPr wrap="square" lIns="170688" tIns="85344" rIns="170688" bIns="85344">
            <a:spAutoFit/>
          </a:bodyPr>
          <a:lstStyle/>
          <a:p>
            <a:pPr algn="ctr"/>
            <a:r>
              <a:rPr lang="pt-PT" sz="3733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DataBase</a:t>
            </a:r>
          </a:p>
        </p:txBody>
      </p:sp>
      <p:cxnSp>
        <p:nvCxnSpPr>
          <p:cNvPr id="47" name="Conexão reta unidirecional 46">
            <a:extLst>
              <a:ext uri="{FF2B5EF4-FFF2-40B4-BE49-F238E27FC236}">
                <a16:creationId xmlns:a16="http://schemas.microsoft.com/office/drawing/2014/main" id="{2D365DE1-DE94-FBAA-1ACC-9B584F0EFEA2}"/>
              </a:ext>
            </a:extLst>
          </p:cNvPr>
          <p:cNvCxnSpPr>
            <a:cxnSpLocks/>
          </p:cNvCxnSpPr>
          <p:nvPr/>
        </p:nvCxnSpPr>
        <p:spPr>
          <a:xfrm>
            <a:off x="-3076748" y="8489226"/>
            <a:ext cx="1042536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9" name="Picture 42" descr="Cloud Icon PNGs for Free Download">
            <a:extLst>
              <a:ext uri="{FF2B5EF4-FFF2-40B4-BE49-F238E27FC236}">
                <a16:creationId xmlns:a16="http://schemas.microsoft.com/office/drawing/2014/main" id="{9657A372-3CDC-06E7-BEDF-43E6947C0ED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22134" y="7935356"/>
            <a:ext cx="1488928" cy="82718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0" name="Retângulo: Cantos Arredondados 49">
            <a:extLst>
              <a:ext uri="{FF2B5EF4-FFF2-40B4-BE49-F238E27FC236}">
                <a16:creationId xmlns:a16="http://schemas.microsoft.com/office/drawing/2014/main" id="{01C72FB2-0D25-622F-1902-F1350042C21A}"/>
              </a:ext>
            </a:extLst>
          </p:cNvPr>
          <p:cNvSpPr/>
          <p:nvPr/>
        </p:nvSpPr>
        <p:spPr>
          <a:xfrm>
            <a:off x="5900747" y="6123247"/>
            <a:ext cx="6260794" cy="4355687"/>
          </a:xfrm>
          <a:prstGeom prst="round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 sz="3360"/>
          </a:p>
        </p:txBody>
      </p:sp>
      <p:sp>
        <p:nvSpPr>
          <p:cNvPr id="51" name="Retângulo 50">
            <a:extLst>
              <a:ext uri="{FF2B5EF4-FFF2-40B4-BE49-F238E27FC236}">
                <a16:creationId xmlns:a16="http://schemas.microsoft.com/office/drawing/2014/main" id="{D255FD15-CAC4-2321-F9C1-51937BA3B9FD}"/>
              </a:ext>
            </a:extLst>
          </p:cNvPr>
          <p:cNvSpPr/>
          <p:nvPr/>
        </p:nvSpPr>
        <p:spPr>
          <a:xfrm rot="5400000">
            <a:off x="9611201" y="8115823"/>
            <a:ext cx="5939679" cy="746808"/>
          </a:xfrm>
          <a:prstGeom prst="rect">
            <a:avLst/>
          </a:prstGeom>
          <a:noFill/>
        </p:spPr>
        <p:txBody>
          <a:bodyPr wrap="square" lIns="170688" tIns="85344" rIns="170688" bIns="85344">
            <a:spAutoFit/>
          </a:bodyPr>
          <a:lstStyle/>
          <a:p>
            <a:pPr algn="ctr"/>
            <a:r>
              <a:rPr lang="pt-PT" sz="3733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Web App</a:t>
            </a:r>
          </a:p>
        </p:txBody>
      </p:sp>
      <p:cxnSp>
        <p:nvCxnSpPr>
          <p:cNvPr id="52" name="Conexão reta unidirecional 51">
            <a:extLst>
              <a:ext uri="{FF2B5EF4-FFF2-40B4-BE49-F238E27FC236}">
                <a16:creationId xmlns:a16="http://schemas.microsoft.com/office/drawing/2014/main" id="{8FFE101B-4519-7A11-81C3-C0A4E12B87B6}"/>
              </a:ext>
            </a:extLst>
          </p:cNvPr>
          <p:cNvCxnSpPr>
            <a:cxnSpLocks/>
            <a:stCxn id="50" idx="1"/>
          </p:cNvCxnSpPr>
          <p:nvPr/>
        </p:nvCxnSpPr>
        <p:spPr>
          <a:xfrm flipH="1" flipV="1">
            <a:off x="5011062" y="8289689"/>
            <a:ext cx="889685" cy="11402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3" name="Picture 8" descr="Brand">
            <a:extLst>
              <a:ext uri="{FF2B5EF4-FFF2-40B4-BE49-F238E27FC236}">
                <a16:creationId xmlns:a16="http://schemas.microsoft.com/office/drawing/2014/main" id="{BAF7F8F5-947A-CC37-4C97-C2C589FCFE5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41520" y="7477323"/>
            <a:ext cx="1130080" cy="164753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60" name="Conexão reta unidirecional 59">
            <a:extLst>
              <a:ext uri="{FF2B5EF4-FFF2-40B4-BE49-F238E27FC236}">
                <a16:creationId xmlns:a16="http://schemas.microsoft.com/office/drawing/2014/main" id="{1D4216DF-1D44-3F58-48FD-B67C886EC36B}"/>
              </a:ext>
            </a:extLst>
          </p:cNvPr>
          <p:cNvCxnSpPr>
            <a:cxnSpLocks/>
            <a:stCxn id="43" idx="3"/>
            <a:endCxn id="49" idx="1"/>
          </p:cNvCxnSpPr>
          <p:nvPr/>
        </p:nvCxnSpPr>
        <p:spPr>
          <a:xfrm>
            <a:off x="1905622" y="8131333"/>
            <a:ext cx="1616513" cy="217614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81" name="Imagem 80">
            <a:extLst>
              <a:ext uri="{FF2B5EF4-FFF2-40B4-BE49-F238E27FC236}">
                <a16:creationId xmlns:a16="http://schemas.microsoft.com/office/drawing/2014/main" id="{23D68009-301B-E460-D94E-B4AACE6C0950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191100" y="7464266"/>
            <a:ext cx="1545600" cy="1545600"/>
          </a:xfrm>
          <a:prstGeom prst="rect">
            <a:avLst/>
          </a:prstGeom>
        </p:spPr>
      </p:pic>
      <p:pic>
        <p:nvPicPr>
          <p:cNvPr id="1026" name="Picture 2">
            <a:extLst>
              <a:ext uri="{FF2B5EF4-FFF2-40B4-BE49-F238E27FC236}">
                <a16:creationId xmlns:a16="http://schemas.microsoft.com/office/drawing/2014/main" id="{C9762CFE-F00F-B1EE-68D7-57386B256BD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350598" y="12353915"/>
            <a:ext cx="5463771" cy="20615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0" name="Picture 2" descr="Vetores de Desastres Naturais - Baixe vetores grátis de alta qualidade do  Freepik | Freepik">
            <a:extLst>
              <a:ext uri="{FF2B5EF4-FFF2-40B4-BE49-F238E27FC236}">
                <a16:creationId xmlns:a16="http://schemas.microsoft.com/office/drawing/2014/main" id="{430F62B1-AB5B-B8B1-4B5A-F453283B30C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7938" y="-106491"/>
            <a:ext cx="4690179" cy="469017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Retângulo 1">
            <a:extLst>
              <a:ext uri="{FF2B5EF4-FFF2-40B4-BE49-F238E27FC236}">
                <a16:creationId xmlns:a16="http://schemas.microsoft.com/office/drawing/2014/main" id="{3B01AEF7-4B3E-4588-FB9C-61BBDD0213F8}"/>
              </a:ext>
            </a:extLst>
          </p:cNvPr>
          <p:cNvSpPr/>
          <p:nvPr/>
        </p:nvSpPr>
        <p:spPr>
          <a:xfrm>
            <a:off x="6641521" y="4314668"/>
            <a:ext cx="5747917" cy="976549"/>
          </a:xfrm>
          <a:prstGeom prst="rect">
            <a:avLst/>
          </a:prstGeom>
          <a:noFill/>
        </p:spPr>
        <p:txBody>
          <a:bodyPr wrap="square" lIns="170688" tIns="85344" rIns="170688" bIns="85344">
            <a:spAutoFit/>
          </a:bodyPr>
          <a:lstStyle/>
          <a:p>
            <a:pPr algn="ctr"/>
            <a:r>
              <a:rPr lang="pt-PT" sz="5226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Cavolini" panose="020B0502040204020203" pitchFamily="66" charset="0"/>
                <a:cs typeface="Cavolini" panose="020B0502040204020203" pitchFamily="66" charset="0"/>
              </a:rPr>
              <a:t>Identificamos!</a:t>
            </a:r>
          </a:p>
        </p:txBody>
      </p:sp>
      <p:sp>
        <p:nvSpPr>
          <p:cNvPr id="3" name="Retângulo 2">
            <a:extLst>
              <a:ext uri="{FF2B5EF4-FFF2-40B4-BE49-F238E27FC236}">
                <a16:creationId xmlns:a16="http://schemas.microsoft.com/office/drawing/2014/main" id="{E6249430-E134-1BCE-76AE-A3F664D6175D}"/>
              </a:ext>
            </a:extLst>
          </p:cNvPr>
          <p:cNvSpPr/>
          <p:nvPr/>
        </p:nvSpPr>
        <p:spPr>
          <a:xfrm>
            <a:off x="1880665" y="11924721"/>
            <a:ext cx="6260793" cy="976549"/>
          </a:xfrm>
          <a:prstGeom prst="rect">
            <a:avLst/>
          </a:prstGeom>
          <a:noFill/>
        </p:spPr>
        <p:txBody>
          <a:bodyPr wrap="square" lIns="170688" tIns="85344" rIns="170688" bIns="85344">
            <a:spAutoFit/>
          </a:bodyPr>
          <a:lstStyle/>
          <a:p>
            <a:pPr algn="ctr"/>
            <a:r>
              <a:rPr lang="pt-PT" sz="5226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Cavolini" panose="020B0502040204020203" pitchFamily="66" charset="0"/>
                <a:cs typeface="Cavolini" panose="020B0502040204020203" pitchFamily="66" charset="0"/>
              </a:rPr>
              <a:t>Encaminhamos! </a:t>
            </a:r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69D3B8B2-2BBC-2F62-E86D-CB68965E7B32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462195" y="490707"/>
            <a:ext cx="4491468" cy="3673487"/>
          </a:xfrm>
          <a:prstGeom prst="rect">
            <a:avLst/>
          </a:prstGeom>
        </p:spPr>
      </p:pic>
      <p:pic>
        <p:nvPicPr>
          <p:cNvPr id="2056" name="Picture 8" descr="Barraca grande abrigo temporário de acampamento doodle ...">
            <a:extLst>
              <a:ext uri="{FF2B5EF4-FFF2-40B4-BE49-F238E27FC236}">
                <a16:creationId xmlns:a16="http://schemas.microsoft.com/office/drawing/2014/main" id="{A9CA3FE8-CDF6-DB51-2DFA-8EE6B15C27E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91101" y="11009580"/>
            <a:ext cx="3893144" cy="33707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CaixaDeTexto 3">
            <a:extLst>
              <a:ext uri="{FF2B5EF4-FFF2-40B4-BE49-F238E27FC236}">
                <a16:creationId xmlns:a16="http://schemas.microsoft.com/office/drawing/2014/main" id="{A5E7DA48-3B79-6C8B-C338-684B3CB706A1}"/>
              </a:ext>
            </a:extLst>
          </p:cNvPr>
          <p:cNvSpPr txBox="1"/>
          <p:nvPr/>
        </p:nvSpPr>
        <p:spPr>
          <a:xfrm>
            <a:off x="14671315" y="5200045"/>
            <a:ext cx="5896192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PT" dirty="0"/>
              <a:t>Sistema integrado de gestão de </a:t>
            </a:r>
            <a:r>
              <a:rPr lang="pt-PT" b="1" dirty="0"/>
              <a:t>Z</a:t>
            </a:r>
            <a:r>
              <a:rPr lang="pt-PT" dirty="0"/>
              <a:t>onas de </a:t>
            </a:r>
            <a:r>
              <a:rPr lang="pt-PT" b="1" dirty="0"/>
              <a:t>C</a:t>
            </a:r>
            <a:r>
              <a:rPr lang="pt-PT" dirty="0"/>
              <a:t>oncentração e </a:t>
            </a:r>
            <a:r>
              <a:rPr lang="pt-PT" b="1" dirty="0"/>
              <a:t>A</a:t>
            </a:r>
            <a:r>
              <a:rPr lang="pt-PT" dirty="0"/>
              <a:t>poio à </a:t>
            </a:r>
            <a:r>
              <a:rPr lang="pt-PT" b="1" dirty="0"/>
              <a:t>P</a:t>
            </a:r>
            <a:r>
              <a:rPr lang="pt-PT" dirty="0"/>
              <a:t>opulação: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PT" dirty="0"/>
              <a:t>Gestão de edifícios de apoio (ZCAP)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PT" dirty="0"/>
              <a:t>Ativação em caso de catástrofe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PT" dirty="0"/>
              <a:t>Registo e abrigo de utentes com necessidades de abrigo/apoio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PT" dirty="0"/>
              <a:t>Modo de funcionamento autónomo (off-line)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PT" dirty="0"/>
              <a:t>Sincronização assíncrona</a:t>
            </a:r>
          </a:p>
        </p:txBody>
      </p:sp>
    </p:spTree>
    <p:extLst>
      <p:ext uri="{BB962C8B-B14F-4D97-AF65-F5344CB8AC3E}">
        <p14:creationId xmlns:p14="http://schemas.microsoft.com/office/powerpoint/2010/main" val="404729735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FC043D-E29B-5732-A8B3-238689A371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Agrupar 15">
            <a:extLst>
              <a:ext uri="{FF2B5EF4-FFF2-40B4-BE49-F238E27FC236}">
                <a16:creationId xmlns:a16="http://schemas.microsoft.com/office/drawing/2014/main" id="{3A8C3B73-9577-7665-0288-BF8099665445}"/>
              </a:ext>
            </a:extLst>
          </p:cNvPr>
          <p:cNvGrpSpPr>
            <a:grpSpLocks noChangeAspect="1"/>
          </p:cNvGrpSpPr>
          <p:nvPr/>
        </p:nvGrpSpPr>
        <p:grpSpPr>
          <a:xfrm>
            <a:off x="1453676" y="4700088"/>
            <a:ext cx="2588579" cy="1871996"/>
            <a:chOff x="1330476" y="6556362"/>
            <a:chExt cx="3939831" cy="2849181"/>
          </a:xfrm>
        </p:grpSpPr>
        <p:pic>
          <p:nvPicPr>
            <p:cNvPr id="40" name="Picture 10">
              <a:extLst>
                <a:ext uri="{FF2B5EF4-FFF2-40B4-BE49-F238E27FC236}">
                  <a16:creationId xmlns:a16="http://schemas.microsoft.com/office/drawing/2014/main" id="{AEC640AD-D5CB-1CC1-665D-D2A87C6972B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670422" y="7584334"/>
              <a:ext cx="3259941" cy="83943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41" name="Picture 20" descr="Kotlin Logo PNG Transparent &amp; SVG Vector - Freebie Supply">
              <a:extLst>
                <a:ext uri="{FF2B5EF4-FFF2-40B4-BE49-F238E27FC236}">
                  <a16:creationId xmlns:a16="http://schemas.microsoft.com/office/drawing/2014/main" id="{A44A6590-94F1-E661-9098-B9F68584D10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399778" y="7919019"/>
              <a:ext cx="1800371" cy="135027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42" name="Picture 26" descr="Understanding JSON Web Tokens (JWT) for Secure Information Sharing | by  Safdar Ali | Medium">
              <a:extLst>
                <a:ext uri="{FF2B5EF4-FFF2-40B4-BE49-F238E27FC236}">
                  <a16:creationId xmlns:a16="http://schemas.microsoft.com/office/drawing/2014/main" id="{07DF936B-0C96-6529-2BD5-8FE9321BE350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506635" y="8738789"/>
              <a:ext cx="1587506" cy="66675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43" name="Retângulo: Cantos Arredondados 42">
              <a:extLst>
                <a:ext uri="{FF2B5EF4-FFF2-40B4-BE49-F238E27FC236}">
                  <a16:creationId xmlns:a16="http://schemas.microsoft.com/office/drawing/2014/main" id="{6DEC9C7F-801C-710F-8D96-6BFDF22103BE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330476" y="6556362"/>
              <a:ext cx="3939831" cy="2739602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sz="3360"/>
            </a:p>
          </p:txBody>
        </p:sp>
      </p:grpSp>
      <p:pic>
        <p:nvPicPr>
          <p:cNvPr id="39" name="Picture 4" descr="Sql server Icons - Iconshock">
            <a:extLst>
              <a:ext uri="{FF2B5EF4-FFF2-40B4-BE49-F238E27FC236}">
                <a16:creationId xmlns:a16="http://schemas.microsoft.com/office/drawing/2014/main" id="{FD7D8B23-3021-3F09-FD0D-89FB5BA47C8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31731" y="7699265"/>
            <a:ext cx="1032469" cy="103246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5" name="Retângulo: Cantos Arredondados 44">
            <a:extLst>
              <a:ext uri="{FF2B5EF4-FFF2-40B4-BE49-F238E27FC236}">
                <a16:creationId xmlns:a16="http://schemas.microsoft.com/office/drawing/2014/main" id="{A0CAB5F9-C02F-DB59-C1E8-D32125A0F3BC}"/>
              </a:ext>
            </a:extLst>
          </p:cNvPr>
          <p:cNvSpPr>
            <a:spLocks noChangeAspect="1"/>
          </p:cNvSpPr>
          <p:nvPr/>
        </p:nvSpPr>
        <p:spPr>
          <a:xfrm>
            <a:off x="1710532" y="7138632"/>
            <a:ext cx="2074867" cy="1744274"/>
          </a:xfrm>
          <a:prstGeom prst="roundRect">
            <a:avLst>
              <a:gd name="adj" fmla="val 13755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 sz="3360"/>
          </a:p>
        </p:txBody>
      </p:sp>
      <p:pic>
        <p:nvPicPr>
          <p:cNvPr id="49" name="Picture 42" descr="Cloud Icon PNGs for Free Download">
            <a:extLst>
              <a:ext uri="{FF2B5EF4-FFF2-40B4-BE49-F238E27FC236}">
                <a16:creationId xmlns:a16="http://schemas.microsoft.com/office/drawing/2014/main" id="{94DA9E90-5570-B749-026F-C04DB3215E0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49800" y="4931675"/>
            <a:ext cx="2406291" cy="13368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1" name="Retângulo 50">
            <a:extLst>
              <a:ext uri="{FF2B5EF4-FFF2-40B4-BE49-F238E27FC236}">
                <a16:creationId xmlns:a16="http://schemas.microsoft.com/office/drawing/2014/main" id="{4DB032C2-0795-8D8A-D15B-F61D9D8DAB81}"/>
              </a:ext>
            </a:extLst>
          </p:cNvPr>
          <p:cNvSpPr>
            <a:spLocks noChangeAspect="1"/>
          </p:cNvSpPr>
          <p:nvPr/>
        </p:nvSpPr>
        <p:spPr>
          <a:xfrm rot="21174172">
            <a:off x="-964532" y="16857007"/>
            <a:ext cx="5939679" cy="746808"/>
          </a:xfrm>
          <a:prstGeom prst="rect">
            <a:avLst/>
          </a:prstGeom>
          <a:noFill/>
        </p:spPr>
        <p:txBody>
          <a:bodyPr wrap="square" lIns="170688" tIns="85344" rIns="170688" bIns="85344">
            <a:spAutoFit/>
          </a:bodyPr>
          <a:lstStyle/>
          <a:p>
            <a:pPr algn="ctr"/>
            <a:r>
              <a:rPr lang="pt-PT" sz="3733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Web App</a:t>
            </a:r>
          </a:p>
        </p:txBody>
      </p:sp>
      <p:cxnSp>
        <p:nvCxnSpPr>
          <p:cNvPr id="25" name="Conexão reta unidirecional 24">
            <a:extLst>
              <a:ext uri="{FF2B5EF4-FFF2-40B4-BE49-F238E27FC236}">
                <a16:creationId xmlns:a16="http://schemas.microsoft.com/office/drawing/2014/main" id="{C5C2A971-CF77-EF0B-92BE-DEB820215BED}"/>
              </a:ext>
            </a:extLst>
          </p:cNvPr>
          <p:cNvCxnSpPr>
            <a:cxnSpLocks/>
            <a:stCxn id="45" idx="0"/>
            <a:endCxn id="43" idx="2"/>
          </p:cNvCxnSpPr>
          <p:nvPr/>
        </p:nvCxnSpPr>
        <p:spPr>
          <a:xfrm flipV="1">
            <a:off x="2747966" y="6500087"/>
            <a:ext cx="0" cy="63854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exão reta unidirecional 34">
            <a:extLst>
              <a:ext uri="{FF2B5EF4-FFF2-40B4-BE49-F238E27FC236}">
                <a16:creationId xmlns:a16="http://schemas.microsoft.com/office/drawing/2014/main" id="{26C0520E-603E-FF55-47E3-B205AD0A303A}"/>
              </a:ext>
            </a:extLst>
          </p:cNvPr>
          <p:cNvCxnSpPr>
            <a:cxnSpLocks/>
            <a:stCxn id="43" idx="3"/>
            <a:endCxn id="49" idx="1"/>
          </p:cNvCxnSpPr>
          <p:nvPr/>
        </p:nvCxnSpPr>
        <p:spPr>
          <a:xfrm>
            <a:off x="4042255" y="5600088"/>
            <a:ext cx="707545" cy="1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6" name="Picture 4" descr="Free Sync Icon - Free Download Design &amp; Development Icons | IconScout">
            <a:extLst>
              <a:ext uri="{FF2B5EF4-FFF2-40B4-BE49-F238E27FC236}">
                <a16:creationId xmlns:a16="http://schemas.microsoft.com/office/drawing/2014/main" id="{CB9C9F76-2469-EF0D-1872-A9FC54612A6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73824" y="7343665"/>
            <a:ext cx="533400" cy="533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77" name="Agrupar 76">
            <a:extLst>
              <a:ext uri="{FF2B5EF4-FFF2-40B4-BE49-F238E27FC236}">
                <a16:creationId xmlns:a16="http://schemas.microsoft.com/office/drawing/2014/main" id="{FF036B89-8201-42B3-5906-923B12C2E046}"/>
              </a:ext>
            </a:extLst>
          </p:cNvPr>
          <p:cNvGrpSpPr/>
          <p:nvPr/>
        </p:nvGrpSpPr>
        <p:grpSpPr>
          <a:xfrm>
            <a:off x="8936583" y="4674519"/>
            <a:ext cx="2547340" cy="1502014"/>
            <a:chOff x="8350111" y="4873842"/>
            <a:chExt cx="2547340" cy="1502014"/>
          </a:xfrm>
        </p:grpSpPr>
        <p:sp>
          <p:nvSpPr>
            <p:cNvPr id="50" name="Retângulo: Cantos Arredondados 49">
              <a:extLst>
                <a:ext uri="{FF2B5EF4-FFF2-40B4-BE49-F238E27FC236}">
                  <a16:creationId xmlns:a16="http://schemas.microsoft.com/office/drawing/2014/main" id="{4AD4F469-C2CE-874A-F92D-DC2D6164E024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8350111" y="4876960"/>
              <a:ext cx="2480335" cy="1446258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sz="3360"/>
            </a:p>
          </p:txBody>
        </p:sp>
        <p:pic>
          <p:nvPicPr>
            <p:cNvPr id="53" name="Picture 8" descr="Brand">
              <a:extLst>
                <a:ext uri="{FF2B5EF4-FFF2-40B4-BE49-F238E27FC236}">
                  <a16:creationId xmlns:a16="http://schemas.microsoft.com/office/drawing/2014/main" id="{D4DF9223-4DEA-6853-4325-66707255C60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954152" y="5373129"/>
              <a:ext cx="571589" cy="83180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63" name="Picture 4" descr="Windows Logo PNGs for Free Download">
              <a:extLst>
                <a:ext uri="{FF2B5EF4-FFF2-40B4-BE49-F238E27FC236}">
                  <a16:creationId xmlns:a16="http://schemas.microsoft.com/office/drawing/2014/main" id="{1E256AD2-197A-64B0-F8B4-E9561320775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478912" y="5205321"/>
              <a:ext cx="1170535" cy="117053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57" name="CaixaDeTexto 56">
              <a:extLst>
                <a:ext uri="{FF2B5EF4-FFF2-40B4-BE49-F238E27FC236}">
                  <a16:creationId xmlns:a16="http://schemas.microsoft.com/office/drawing/2014/main" id="{C43F6741-CF2B-B99B-CF55-0DDA56EA96AF}"/>
                </a:ext>
              </a:extLst>
            </p:cNvPr>
            <p:cNvSpPr txBox="1"/>
            <p:nvPr/>
          </p:nvSpPr>
          <p:spPr>
            <a:xfrm>
              <a:off x="8401442" y="4873842"/>
              <a:ext cx="249600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PT" dirty="0"/>
                <a:t>Desktop App</a:t>
              </a:r>
            </a:p>
          </p:txBody>
        </p:sp>
      </p:grpSp>
      <p:grpSp>
        <p:nvGrpSpPr>
          <p:cNvPr id="78" name="Agrupar 77">
            <a:extLst>
              <a:ext uri="{FF2B5EF4-FFF2-40B4-BE49-F238E27FC236}">
                <a16:creationId xmlns:a16="http://schemas.microsoft.com/office/drawing/2014/main" id="{D4F9B411-7DB5-DE80-3C61-53C15A712FEE}"/>
              </a:ext>
            </a:extLst>
          </p:cNvPr>
          <p:cNvGrpSpPr/>
          <p:nvPr/>
        </p:nvGrpSpPr>
        <p:grpSpPr>
          <a:xfrm>
            <a:off x="8936583" y="6887236"/>
            <a:ext cx="2496009" cy="1446258"/>
            <a:chOff x="8350111" y="7086559"/>
            <a:chExt cx="2496009" cy="1446258"/>
          </a:xfrm>
        </p:grpSpPr>
        <p:pic>
          <p:nvPicPr>
            <p:cNvPr id="1028" name="Picture 4" descr="Database icon - Free download on Iconfinder">
              <a:extLst>
                <a:ext uri="{FF2B5EF4-FFF2-40B4-BE49-F238E27FC236}">
                  <a16:creationId xmlns:a16="http://schemas.microsoft.com/office/drawing/2014/main" id="{F83F6B18-DA45-7DF5-7EA1-CFF4BF9ACE8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707041" y="7601411"/>
              <a:ext cx="741546" cy="74154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" name="Imagem 9">
              <a:extLst>
                <a:ext uri="{FF2B5EF4-FFF2-40B4-BE49-F238E27FC236}">
                  <a16:creationId xmlns:a16="http://schemas.microsoft.com/office/drawing/2014/main" id="{96A16D49-7B87-3908-61E1-F9031B53DC1A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9921674" y="7648767"/>
              <a:ext cx="607493" cy="601242"/>
            </a:xfrm>
            <a:prstGeom prst="rect">
              <a:avLst/>
            </a:prstGeom>
          </p:spPr>
        </p:pic>
        <p:sp>
          <p:nvSpPr>
            <p:cNvPr id="55" name="Retângulo: Cantos Arredondados 54">
              <a:extLst>
                <a:ext uri="{FF2B5EF4-FFF2-40B4-BE49-F238E27FC236}">
                  <a16:creationId xmlns:a16="http://schemas.microsoft.com/office/drawing/2014/main" id="{4EE93EE7-8B97-4AE4-6E72-502E60349751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8350111" y="7086559"/>
              <a:ext cx="2480335" cy="1446258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sz="3360"/>
            </a:p>
          </p:txBody>
        </p:sp>
        <p:sp>
          <p:nvSpPr>
            <p:cNvPr id="58" name="CaixaDeTexto 57">
              <a:extLst>
                <a:ext uri="{FF2B5EF4-FFF2-40B4-BE49-F238E27FC236}">
                  <a16:creationId xmlns:a16="http://schemas.microsoft.com/office/drawing/2014/main" id="{668EA01D-7E1C-761C-1AA6-0BC3FD91AA68}"/>
                </a:ext>
              </a:extLst>
            </p:cNvPr>
            <p:cNvSpPr txBox="1"/>
            <p:nvPr/>
          </p:nvSpPr>
          <p:spPr>
            <a:xfrm>
              <a:off x="8365785" y="7092379"/>
              <a:ext cx="248033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PT" dirty="0"/>
                <a:t>Local Database</a:t>
              </a:r>
            </a:p>
          </p:txBody>
        </p:sp>
      </p:grpSp>
      <p:cxnSp>
        <p:nvCxnSpPr>
          <p:cNvPr id="60" name="Conexão reta unidirecional 59">
            <a:extLst>
              <a:ext uri="{FF2B5EF4-FFF2-40B4-BE49-F238E27FC236}">
                <a16:creationId xmlns:a16="http://schemas.microsoft.com/office/drawing/2014/main" id="{D3C4C3AE-88A4-1CA8-EA51-C0178DFB0C74}"/>
              </a:ext>
            </a:extLst>
          </p:cNvPr>
          <p:cNvCxnSpPr>
            <a:cxnSpLocks/>
            <a:stCxn id="58" idx="0"/>
          </p:cNvCxnSpPr>
          <p:nvPr/>
        </p:nvCxnSpPr>
        <p:spPr>
          <a:xfrm flipV="1">
            <a:off x="10192425" y="6147304"/>
            <a:ext cx="0" cy="745752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exão reta unidirecional 81">
            <a:extLst>
              <a:ext uri="{FF2B5EF4-FFF2-40B4-BE49-F238E27FC236}">
                <a16:creationId xmlns:a16="http://schemas.microsoft.com/office/drawing/2014/main" id="{48690B05-6F98-EAB1-9B15-737AC31ED79D}"/>
              </a:ext>
            </a:extLst>
          </p:cNvPr>
          <p:cNvCxnSpPr>
            <a:cxnSpLocks/>
            <a:stCxn id="56" idx="3"/>
            <a:endCxn id="55" idx="1"/>
          </p:cNvCxnSpPr>
          <p:nvPr/>
        </p:nvCxnSpPr>
        <p:spPr>
          <a:xfrm>
            <a:off x="8507224" y="7610365"/>
            <a:ext cx="429359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exão reta unidirecional 84">
            <a:extLst>
              <a:ext uri="{FF2B5EF4-FFF2-40B4-BE49-F238E27FC236}">
                <a16:creationId xmlns:a16="http://schemas.microsoft.com/office/drawing/2014/main" id="{369C9182-5839-E909-CEEA-8378BDC4CFD0}"/>
              </a:ext>
            </a:extLst>
          </p:cNvPr>
          <p:cNvCxnSpPr>
            <a:cxnSpLocks/>
            <a:stCxn id="56" idx="1"/>
            <a:endCxn id="49" idx="2"/>
          </p:cNvCxnSpPr>
          <p:nvPr/>
        </p:nvCxnSpPr>
        <p:spPr>
          <a:xfrm rot="10800000">
            <a:off x="5952946" y="6268503"/>
            <a:ext cx="2020878" cy="1341862"/>
          </a:xfrm>
          <a:prstGeom prst="bentConnector2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8" name="CaixaDeTexto 87">
            <a:extLst>
              <a:ext uri="{FF2B5EF4-FFF2-40B4-BE49-F238E27FC236}">
                <a16:creationId xmlns:a16="http://schemas.microsoft.com/office/drawing/2014/main" id="{B0AB90B4-8095-E108-439F-FFC7534306DF}"/>
              </a:ext>
            </a:extLst>
          </p:cNvPr>
          <p:cNvSpPr txBox="1"/>
          <p:nvPr/>
        </p:nvSpPr>
        <p:spPr>
          <a:xfrm>
            <a:off x="7771511" y="7877065"/>
            <a:ext cx="93802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PT" dirty="0"/>
              <a:t>Sync</a:t>
            </a:r>
          </a:p>
          <a:p>
            <a:pPr algn="ctr"/>
            <a:r>
              <a:rPr lang="pt-PT" dirty="0"/>
              <a:t>Service</a:t>
            </a:r>
          </a:p>
        </p:txBody>
      </p:sp>
      <p:sp>
        <p:nvSpPr>
          <p:cNvPr id="89" name="CaixaDeTexto 88">
            <a:extLst>
              <a:ext uri="{FF2B5EF4-FFF2-40B4-BE49-F238E27FC236}">
                <a16:creationId xmlns:a16="http://schemas.microsoft.com/office/drawing/2014/main" id="{96E91F7A-8768-B97B-CD3E-03F8A75846D9}"/>
              </a:ext>
            </a:extLst>
          </p:cNvPr>
          <p:cNvSpPr txBox="1"/>
          <p:nvPr/>
        </p:nvSpPr>
        <p:spPr>
          <a:xfrm>
            <a:off x="1453676" y="4733749"/>
            <a:ext cx="25885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PT" dirty="0"/>
              <a:t>Web API</a:t>
            </a:r>
          </a:p>
        </p:txBody>
      </p:sp>
      <p:sp>
        <p:nvSpPr>
          <p:cNvPr id="95" name="CaixaDeTexto 94">
            <a:extLst>
              <a:ext uri="{FF2B5EF4-FFF2-40B4-BE49-F238E27FC236}">
                <a16:creationId xmlns:a16="http://schemas.microsoft.com/office/drawing/2014/main" id="{62F8B481-AC0F-7DA0-2309-806CEB9F2BCB}"/>
              </a:ext>
            </a:extLst>
          </p:cNvPr>
          <p:cNvSpPr txBox="1"/>
          <p:nvPr/>
        </p:nvSpPr>
        <p:spPr>
          <a:xfrm>
            <a:off x="1710531" y="7210629"/>
            <a:ext cx="21083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PT" dirty="0"/>
              <a:t>DataBase</a:t>
            </a:r>
          </a:p>
        </p:txBody>
      </p:sp>
      <p:sp>
        <p:nvSpPr>
          <p:cNvPr id="97" name="Retângulo: Cantos Arredondados 96">
            <a:extLst>
              <a:ext uri="{FF2B5EF4-FFF2-40B4-BE49-F238E27FC236}">
                <a16:creationId xmlns:a16="http://schemas.microsoft.com/office/drawing/2014/main" id="{573F14A9-734C-9503-82DB-56A924BD9AC9}"/>
              </a:ext>
            </a:extLst>
          </p:cNvPr>
          <p:cNvSpPr>
            <a:spLocks noChangeAspect="1"/>
          </p:cNvSpPr>
          <p:nvPr/>
        </p:nvSpPr>
        <p:spPr>
          <a:xfrm>
            <a:off x="4928211" y="3234046"/>
            <a:ext cx="2074867" cy="804554"/>
          </a:xfrm>
          <a:prstGeom prst="roundRect">
            <a:avLst>
              <a:gd name="adj" fmla="val 13755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 sz="3360"/>
          </a:p>
        </p:txBody>
      </p:sp>
      <p:sp>
        <p:nvSpPr>
          <p:cNvPr id="98" name="CaixaDeTexto 97">
            <a:extLst>
              <a:ext uri="{FF2B5EF4-FFF2-40B4-BE49-F238E27FC236}">
                <a16:creationId xmlns:a16="http://schemas.microsoft.com/office/drawing/2014/main" id="{447DA00B-F94C-7CC3-7B84-9C64AD16E897}"/>
              </a:ext>
            </a:extLst>
          </p:cNvPr>
          <p:cNvSpPr txBox="1"/>
          <p:nvPr/>
        </p:nvSpPr>
        <p:spPr>
          <a:xfrm>
            <a:off x="4915511" y="3266124"/>
            <a:ext cx="207486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PT" dirty="0"/>
              <a:t>External </a:t>
            </a:r>
          </a:p>
          <a:p>
            <a:pPr algn="ctr"/>
            <a:r>
              <a:rPr lang="pt-PT" dirty="0"/>
              <a:t>Clients</a:t>
            </a:r>
          </a:p>
        </p:txBody>
      </p:sp>
      <p:cxnSp>
        <p:nvCxnSpPr>
          <p:cNvPr id="99" name="Conexão reta unidirecional 98">
            <a:extLst>
              <a:ext uri="{FF2B5EF4-FFF2-40B4-BE49-F238E27FC236}">
                <a16:creationId xmlns:a16="http://schemas.microsoft.com/office/drawing/2014/main" id="{23C06D30-1FEE-727C-0E48-64EE74BE62B2}"/>
              </a:ext>
            </a:extLst>
          </p:cNvPr>
          <p:cNvCxnSpPr>
            <a:cxnSpLocks/>
            <a:stCxn id="49" idx="0"/>
            <a:endCxn id="97" idx="2"/>
          </p:cNvCxnSpPr>
          <p:nvPr/>
        </p:nvCxnSpPr>
        <p:spPr>
          <a:xfrm flipV="1">
            <a:off x="5952946" y="4038600"/>
            <a:ext cx="12699" cy="89307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2" name="Retângulo: Cantos Arredondados 101">
            <a:extLst>
              <a:ext uri="{FF2B5EF4-FFF2-40B4-BE49-F238E27FC236}">
                <a16:creationId xmlns:a16="http://schemas.microsoft.com/office/drawing/2014/main" id="{35400EF9-906E-E696-483B-D96208C764DC}"/>
              </a:ext>
            </a:extLst>
          </p:cNvPr>
          <p:cNvSpPr>
            <a:spLocks noChangeAspect="1"/>
          </p:cNvSpPr>
          <p:nvPr/>
        </p:nvSpPr>
        <p:spPr>
          <a:xfrm>
            <a:off x="1261054" y="3234046"/>
            <a:ext cx="2976378" cy="5986153"/>
          </a:xfrm>
          <a:prstGeom prst="roundRect">
            <a:avLst>
              <a:gd name="adj" fmla="val 13755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 sz="3360"/>
          </a:p>
        </p:txBody>
      </p:sp>
      <p:sp>
        <p:nvSpPr>
          <p:cNvPr id="103" name="CaixaDeTexto 102">
            <a:extLst>
              <a:ext uri="{FF2B5EF4-FFF2-40B4-BE49-F238E27FC236}">
                <a16:creationId xmlns:a16="http://schemas.microsoft.com/office/drawing/2014/main" id="{8F971ADA-5957-FC12-2786-B715906F59BF}"/>
              </a:ext>
            </a:extLst>
          </p:cNvPr>
          <p:cNvSpPr txBox="1"/>
          <p:nvPr/>
        </p:nvSpPr>
        <p:spPr>
          <a:xfrm>
            <a:off x="1261055" y="3303082"/>
            <a:ext cx="297637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PT" b="1" dirty="0"/>
              <a:t>Backend</a:t>
            </a:r>
          </a:p>
        </p:txBody>
      </p:sp>
      <p:sp>
        <p:nvSpPr>
          <p:cNvPr id="104" name="Retângulo: Cantos Arredondados 103">
            <a:extLst>
              <a:ext uri="{FF2B5EF4-FFF2-40B4-BE49-F238E27FC236}">
                <a16:creationId xmlns:a16="http://schemas.microsoft.com/office/drawing/2014/main" id="{D002C564-9253-B9A8-007B-97B6BA71974F}"/>
              </a:ext>
            </a:extLst>
          </p:cNvPr>
          <p:cNvSpPr>
            <a:spLocks noChangeAspect="1"/>
          </p:cNvSpPr>
          <p:nvPr/>
        </p:nvSpPr>
        <p:spPr>
          <a:xfrm>
            <a:off x="7666805" y="3234046"/>
            <a:ext cx="4013809" cy="5986153"/>
          </a:xfrm>
          <a:prstGeom prst="roundRect">
            <a:avLst>
              <a:gd name="adj" fmla="val 13755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 sz="3360"/>
          </a:p>
        </p:txBody>
      </p:sp>
      <p:sp>
        <p:nvSpPr>
          <p:cNvPr id="105" name="CaixaDeTexto 104">
            <a:extLst>
              <a:ext uri="{FF2B5EF4-FFF2-40B4-BE49-F238E27FC236}">
                <a16:creationId xmlns:a16="http://schemas.microsoft.com/office/drawing/2014/main" id="{F9B0D46B-1532-4796-0534-27ED4829D5C7}"/>
              </a:ext>
            </a:extLst>
          </p:cNvPr>
          <p:cNvSpPr txBox="1"/>
          <p:nvPr/>
        </p:nvSpPr>
        <p:spPr>
          <a:xfrm>
            <a:off x="7666805" y="3303082"/>
            <a:ext cx="401381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PT" b="1" dirty="0"/>
              <a:t>Frontend</a:t>
            </a:r>
          </a:p>
        </p:txBody>
      </p:sp>
    </p:spTree>
    <p:extLst>
      <p:ext uri="{BB962C8B-B14F-4D97-AF65-F5344CB8AC3E}">
        <p14:creationId xmlns:p14="http://schemas.microsoft.com/office/powerpoint/2010/main" val="262064073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Diagrama 1">
            <a:extLst>
              <a:ext uri="{FF2B5EF4-FFF2-40B4-BE49-F238E27FC236}">
                <a16:creationId xmlns:a16="http://schemas.microsoft.com/office/drawing/2014/main" id="{66A7E0FC-8D21-66D8-F2C6-F4C5AFB27408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973695887"/>
              </p:ext>
            </p:extLst>
          </p:nvPr>
        </p:nvGraphicFramePr>
        <p:xfrm>
          <a:off x="1371600" y="1955800"/>
          <a:ext cx="10756900" cy="67183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grpSp>
        <p:nvGrpSpPr>
          <p:cNvPr id="6" name="Agrupar 5">
            <a:extLst>
              <a:ext uri="{FF2B5EF4-FFF2-40B4-BE49-F238E27FC236}">
                <a16:creationId xmlns:a16="http://schemas.microsoft.com/office/drawing/2014/main" id="{99E0D3F6-89FE-97B0-A5D1-A9FB7440DF77}"/>
              </a:ext>
            </a:extLst>
          </p:cNvPr>
          <p:cNvGrpSpPr/>
          <p:nvPr/>
        </p:nvGrpSpPr>
        <p:grpSpPr>
          <a:xfrm>
            <a:off x="3302000" y="774633"/>
            <a:ext cx="8826500" cy="1041533"/>
            <a:chOff x="52" y="1081"/>
            <a:chExt cx="1675513" cy="1041533"/>
          </a:xfrm>
          <a:scene3d>
            <a:camera prst="orthographicFront"/>
            <a:lightRig rig="threePt" dir="t">
              <a:rot lat="0" lon="0" rev="7500000"/>
            </a:lightRig>
          </a:scene3d>
        </p:grpSpPr>
        <p:sp>
          <p:nvSpPr>
            <p:cNvPr id="7" name="Retângulo: Cantos Arredondados 6">
              <a:extLst>
                <a:ext uri="{FF2B5EF4-FFF2-40B4-BE49-F238E27FC236}">
                  <a16:creationId xmlns:a16="http://schemas.microsoft.com/office/drawing/2014/main" id="{883B7330-2216-AB80-BAE5-DB1A0488D109}"/>
                </a:ext>
              </a:extLst>
            </p:cNvPr>
            <p:cNvSpPr/>
            <p:nvPr/>
          </p:nvSpPr>
          <p:spPr>
            <a:xfrm>
              <a:off x="52" y="1081"/>
              <a:ext cx="1675513" cy="1041533"/>
            </a:xfrm>
            <a:prstGeom prst="roundRect">
              <a:avLst>
                <a:gd name="adj" fmla="val 10000"/>
              </a:avLst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/>
            <a:lstStyle/>
            <a:p>
              <a:endParaRPr lang="pt-PT"/>
            </a:p>
          </p:txBody>
        </p:sp>
        <p:sp>
          <p:nvSpPr>
            <p:cNvPr id="8" name="Retângulo: Cantos Arredondados 4">
              <a:extLst>
                <a:ext uri="{FF2B5EF4-FFF2-40B4-BE49-F238E27FC236}">
                  <a16:creationId xmlns:a16="http://schemas.microsoft.com/office/drawing/2014/main" id="{F45F51B7-D80B-7753-0A8D-6CA5B1F76B69}"/>
                </a:ext>
              </a:extLst>
            </p:cNvPr>
            <p:cNvSpPr txBox="1"/>
            <p:nvPr/>
          </p:nvSpPr>
          <p:spPr>
            <a:xfrm>
              <a:off x="30557" y="31586"/>
              <a:ext cx="1614503" cy="980523"/>
            </a:xfrm>
            <a:prstGeom prst="rect">
              <a:avLst/>
            </a:prstGeom>
            <a:ln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spcFirstLastPara="0" vert="horz" wrap="square" lIns="68580" tIns="68580" rIns="68580" bIns="68580" numCol="1" spcCol="1270" anchor="ctr" anchorCtr="0">
              <a:noAutofit/>
            </a:bodyPr>
            <a:lstStyle/>
            <a:p>
              <a:pPr marL="0" lvl="0" indent="0" algn="ctr" defTabSz="8001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r>
                <a:rPr lang="pt-PT" sz="1800" kern="1200" dirty="0"/>
                <a:t>Tree record</a:t>
              </a:r>
            </a:p>
          </p:txBody>
        </p:sp>
      </p:grpSp>
      <p:grpSp>
        <p:nvGrpSpPr>
          <p:cNvPr id="9" name="Agrupar 8">
            <a:extLst>
              <a:ext uri="{FF2B5EF4-FFF2-40B4-BE49-F238E27FC236}">
                <a16:creationId xmlns:a16="http://schemas.microsoft.com/office/drawing/2014/main" id="{D220D1CB-C216-765E-03AD-B740187D04A8}"/>
              </a:ext>
            </a:extLst>
          </p:cNvPr>
          <p:cNvGrpSpPr/>
          <p:nvPr/>
        </p:nvGrpSpPr>
        <p:grpSpPr>
          <a:xfrm>
            <a:off x="1371600" y="744128"/>
            <a:ext cx="1663700" cy="1041533"/>
            <a:chOff x="52" y="1081"/>
            <a:chExt cx="1675513" cy="1041533"/>
          </a:xfrm>
          <a:scene3d>
            <a:camera prst="orthographicFront"/>
            <a:lightRig rig="threePt" dir="t">
              <a:rot lat="0" lon="0" rev="7500000"/>
            </a:lightRig>
          </a:scene3d>
        </p:grpSpPr>
        <p:sp>
          <p:nvSpPr>
            <p:cNvPr id="10" name="Retângulo: Cantos Arredondados 9">
              <a:extLst>
                <a:ext uri="{FF2B5EF4-FFF2-40B4-BE49-F238E27FC236}">
                  <a16:creationId xmlns:a16="http://schemas.microsoft.com/office/drawing/2014/main" id="{742BDB3C-7FBE-5A72-A68E-10BEADCDB960}"/>
                </a:ext>
              </a:extLst>
            </p:cNvPr>
            <p:cNvSpPr/>
            <p:nvPr/>
          </p:nvSpPr>
          <p:spPr>
            <a:xfrm>
              <a:off x="52" y="1081"/>
              <a:ext cx="1675513" cy="1041533"/>
            </a:xfrm>
            <a:prstGeom prst="roundRect">
              <a:avLst>
                <a:gd name="adj" fmla="val 10000"/>
              </a:avLst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/>
            <a:lstStyle/>
            <a:p>
              <a:endParaRPr lang="pt-PT"/>
            </a:p>
          </p:txBody>
        </p:sp>
        <p:sp>
          <p:nvSpPr>
            <p:cNvPr id="11" name="Retângulo: Cantos Arredondados 4">
              <a:extLst>
                <a:ext uri="{FF2B5EF4-FFF2-40B4-BE49-F238E27FC236}">
                  <a16:creationId xmlns:a16="http://schemas.microsoft.com/office/drawing/2014/main" id="{05880DDA-A11E-54DE-0DCC-242BA318E411}"/>
                </a:ext>
              </a:extLst>
            </p:cNvPr>
            <p:cNvSpPr txBox="1"/>
            <p:nvPr/>
          </p:nvSpPr>
          <p:spPr>
            <a:xfrm>
              <a:off x="30557" y="31586"/>
              <a:ext cx="1614503" cy="980523"/>
            </a:xfrm>
            <a:prstGeom prst="rect">
              <a:avLst/>
            </a:prstGeom>
            <a:ln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spcFirstLastPara="0" vert="horz" wrap="square" lIns="68580" tIns="68580" rIns="68580" bIns="68580" numCol="1" spcCol="1270" anchor="ctr" anchorCtr="0">
              <a:noAutofit/>
            </a:bodyPr>
            <a:lstStyle/>
            <a:p>
              <a:pPr marL="0" lvl="0" indent="0" algn="ctr" defTabSz="8001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r>
                <a:rPr lang="pt-PT" sz="1800" kern="1200" dirty="0"/>
                <a:t>Tree level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08914952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Tema do 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Tema do 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Tema do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339</TotalTime>
  <Words>273</Words>
  <Application>Microsoft Office PowerPoint</Application>
  <PresentationFormat>Papel A3 (297x420 mm)</PresentationFormat>
  <Paragraphs>75</Paragraphs>
  <Slides>5</Slides>
  <Notes>4</Notes>
  <HiddenSlides>0</HiddenSlides>
  <MMClips>0</MMClips>
  <ScaleCrop>false</ScaleCrop>
  <HeadingPairs>
    <vt:vector size="6" baseType="variant">
      <vt:variant>
        <vt:lpstr>Tipos de letra usados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dos diapositivos</vt:lpstr>
      </vt:variant>
      <vt:variant>
        <vt:i4>5</vt:i4>
      </vt:variant>
    </vt:vector>
  </HeadingPairs>
  <TitlesOfParts>
    <vt:vector size="10" baseType="lpstr">
      <vt:lpstr>Aptos</vt:lpstr>
      <vt:lpstr>Aptos Display</vt:lpstr>
      <vt:lpstr>Arial</vt:lpstr>
      <vt:lpstr>Cavolini</vt:lpstr>
      <vt:lpstr>Tema do Office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Cartaz ZCAP</dc:title>
  <dc:creator>Luis Alves, Gonlçalo Dimas</dc:creator>
  <cp:lastModifiedBy>Olivia Dias</cp:lastModifiedBy>
  <cp:revision>11</cp:revision>
  <dcterms:created xsi:type="dcterms:W3CDTF">2025-06-01T20:17:08Z</dcterms:created>
  <dcterms:modified xsi:type="dcterms:W3CDTF">2025-07-07T12:41:33Z</dcterms:modified>
</cp:coreProperties>
</file>